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Ro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8B514A2-D5F1-4295-9947-805B7C2958A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7200000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bg1"/>
                </a:solidFill>
              </a:defRPr>
            </a:lvl1pPr>
          </a:lstStyle>
          <a:p>
            <a:r>
              <a:rPr lang="es-ES"/>
              <a:t>title </a:t>
            </a:r>
            <a:br>
              <a:rPr lang="es-ES"/>
            </a:br>
            <a:r>
              <a:rPr lang="es-ES"/>
              <a:t>of the employer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745" y="2722142"/>
            <a:ext cx="7200000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This click to modify the master's heading style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86912023-AE0D-4548-9487-75E047750798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00450EFE-2FA7-43D7-9746-2B67D3783B0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69938" y="5759450"/>
            <a:ext cx="2794000" cy="496888"/>
          </a:xfrm>
          <a:custGeom>
            <a:avLst/>
            <a:gdLst>
              <a:gd name="T0" fmla="*/ 5671 w 5903"/>
              <a:gd name="T1" fmla="*/ 968 h 1047"/>
              <a:gd name="T2" fmla="*/ 1303 w 5903"/>
              <a:gd name="T3" fmla="*/ 966 h 1047"/>
              <a:gd name="T4" fmla="*/ 1415 w 5903"/>
              <a:gd name="T5" fmla="*/ 869 h 1047"/>
              <a:gd name="T6" fmla="*/ 1345 w 5903"/>
              <a:gd name="T7" fmla="*/ 552 h 1047"/>
              <a:gd name="T8" fmla="*/ 1726 w 5903"/>
              <a:gd name="T9" fmla="*/ 794 h 1047"/>
              <a:gd name="T10" fmla="*/ 5475 w 5903"/>
              <a:gd name="T11" fmla="*/ 740 h 1047"/>
              <a:gd name="T12" fmla="*/ 1808 w 5903"/>
              <a:gd name="T13" fmla="*/ 550 h 1047"/>
              <a:gd name="T14" fmla="*/ 1719 w 5903"/>
              <a:gd name="T15" fmla="*/ 157 h 1047"/>
              <a:gd name="T16" fmla="*/ 1659 w 5903"/>
              <a:gd name="T17" fmla="*/ 867 h 1047"/>
              <a:gd name="T18" fmla="*/ 413 w 5903"/>
              <a:gd name="T19" fmla="*/ 202 h 1047"/>
              <a:gd name="T20" fmla="*/ 356 w 5903"/>
              <a:gd name="T21" fmla="*/ 365 h 1047"/>
              <a:gd name="T22" fmla="*/ 300 w 5903"/>
              <a:gd name="T23" fmla="*/ 528 h 1047"/>
              <a:gd name="T24" fmla="*/ 430 w 5903"/>
              <a:gd name="T25" fmla="*/ 262 h 1047"/>
              <a:gd name="T26" fmla="*/ 781 w 5903"/>
              <a:gd name="T27" fmla="*/ 258 h 1047"/>
              <a:gd name="T28" fmla="*/ 910 w 5903"/>
              <a:gd name="T29" fmla="*/ 455 h 1047"/>
              <a:gd name="T30" fmla="*/ 1909 w 5903"/>
              <a:gd name="T31" fmla="*/ 766 h 1047"/>
              <a:gd name="T32" fmla="*/ 1960 w 5903"/>
              <a:gd name="T33" fmla="*/ 559 h 1047"/>
              <a:gd name="T34" fmla="*/ 1993 w 5903"/>
              <a:gd name="T35" fmla="*/ 307 h 1047"/>
              <a:gd name="T36" fmla="*/ 3256 w 5903"/>
              <a:gd name="T37" fmla="*/ 310 h 1047"/>
              <a:gd name="T38" fmla="*/ 917 w 5903"/>
              <a:gd name="T39" fmla="*/ 870 h 1047"/>
              <a:gd name="T40" fmla="*/ 1011 w 5903"/>
              <a:gd name="T41" fmla="*/ 948 h 1047"/>
              <a:gd name="T42" fmla="*/ 1217 w 5903"/>
              <a:gd name="T43" fmla="*/ 518 h 1047"/>
              <a:gd name="T44" fmla="*/ 1144 w 5903"/>
              <a:gd name="T45" fmla="*/ 968 h 1047"/>
              <a:gd name="T46" fmla="*/ 840 w 5903"/>
              <a:gd name="T47" fmla="*/ 724 h 1047"/>
              <a:gd name="T48" fmla="*/ 841 w 5903"/>
              <a:gd name="T49" fmla="*/ 948 h 1047"/>
              <a:gd name="T50" fmla="*/ 5811 w 5903"/>
              <a:gd name="T51" fmla="*/ 1024 h 1047"/>
              <a:gd name="T52" fmla="*/ 5828 w 5903"/>
              <a:gd name="T53" fmla="*/ 950 h 1047"/>
              <a:gd name="T54" fmla="*/ 2735 w 5903"/>
              <a:gd name="T55" fmla="*/ 705 h 1047"/>
              <a:gd name="T56" fmla="*/ 3473 w 5903"/>
              <a:gd name="T57" fmla="*/ 766 h 1047"/>
              <a:gd name="T58" fmla="*/ 3467 w 5903"/>
              <a:gd name="T59" fmla="*/ 972 h 1047"/>
              <a:gd name="T60" fmla="*/ 3603 w 5903"/>
              <a:gd name="T61" fmla="*/ 701 h 1047"/>
              <a:gd name="T62" fmla="*/ 3908 w 5903"/>
              <a:gd name="T63" fmla="*/ 766 h 1047"/>
              <a:gd name="T64" fmla="*/ 3835 w 5903"/>
              <a:gd name="T65" fmla="*/ 842 h 1047"/>
              <a:gd name="T66" fmla="*/ 3989 w 5903"/>
              <a:gd name="T67" fmla="*/ 968 h 1047"/>
              <a:gd name="T68" fmla="*/ 3188 w 5903"/>
              <a:gd name="T69" fmla="*/ 771 h 1047"/>
              <a:gd name="T70" fmla="*/ 3296 w 5903"/>
              <a:gd name="T71" fmla="*/ 949 h 1047"/>
              <a:gd name="T72" fmla="*/ 3341 w 5903"/>
              <a:gd name="T73" fmla="*/ 853 h 1047"/>
              <a:gd name="T74" fmla="*/ 4370 w 5903"/>
              <a:gd name="T75" fmla="*/ 844 h 1047"/>
              <a:gd name="T76" fmla="*/ 2854 w 5903"/>
              <a:gd name="T77" fmla="*/ 968 h 1047"/>
              <a:gd name="T78" fmla="*/ 4471 w 5903"/>
              <a:gd name="T79" fmla="*/ 908 h 1047"/>
              <a:gd name="T80" fmla="*/ 4503 w 5903"/>
              <a:gd name="T81" fmla="*/ 972 h 1047"/>
              <a:gd name="T82" fmla="*/ 4649 w 5903"/>
              <a:gd name="T83" fmla="*/ 705 h 1047"/>
              <a:gd name="T84" fmla="*/ 4723 w 5903"/>
              <a:gd name="T85" fmla="*/ 819 h 1047"/>
              <a:gd name="T86" fmla="*/ 4723 w 5903"/>
              <a:gd name="T87" fmla="*/ 943 h 1047"/>
              <a:gd name="T88" fmla="*/ 4195 w 5903"/>
              <a:gd name="T89" fmla="*/ 878 h 1047"/>
              <a:gd name="T90" fmla="*/ 2418 w 5903"/>
              <a:gd name="T91" fmla="*/ 552 h 1047"/>
              <a:gd name="T92" fmla="*/ 2356 w 5903"/>
              <a:gd name="T93" fmla="*/ 373 h 1047"/>
              <a:gd name="T94" fmla="*/ 2222 w 5903"/>
              <a:gd name="T95" fmla="*/ 766 h 1047"/>
              <a:gd name="T96" fmla="*/ 2304 w 5903"/>
              <a:gd name="T97" fmla="*/ 855 h 1047"/>
              <a:gd name="T98" fmla="*/ 2049 w 5903"/>
              <a:gd name="T99" fmla="*/ 796 h 1047"/>
              <a:gd name="T100" fmla="*/ 2116 w 5903"/>
              <a:gd name="T101" fmla="*/ 966 h 1047"/>
              <a:gd name="T102" fmla="*/ 5404 w 5903"/>
              <a:gd name="T103" fmla="*/ 968 h 1047"/>
              <a:gd name="T104" fmla="*/ 5020 w 5903"/>
              <a:gd name="T105" fmla="*/ 968 h 1047"/>
              <a:gd name="T106" fmla="*/ 4993 w 5903"/>
              <a:gd name="T107" fmla="*/ 794 h 1047"/>
              <a:gd name="T108" fmla="*/ 2563 w 5903"/>
              <a:gd name="T109" fmla="*/ 734 h 1047"/>
              <a:gd name="T110" fmla="*/ 2605 w 5903"/>
              <a:gd name="T111" fmla="*/ 968 h 1047"/>
              <a:gd name="T112" fmla="*/ 2484 w 5903"/>
              <a:gd name="T113" fmla="*/ 949 h 1047"/>
              <a:gd name="T114" fmla="*/ 2783 w 5903"/>
              <a:gd name="T115" fmla="*/ 405 h 1047"/>
              <a:gd name="T116" fmla="*/ 2625 w 5903"/>
              <a:gd name="T117" fmla="*/ 254 h 1047"/>
              <a:gd name="T118" fmla="*/ 2671 w 5903"/>
              <a:gd name="T119" fmla="*/ 259 h 1047"/>
              <a:gd name="T120" fmla="*/ 5072 w 5903"/>
              <a:gd name="T121" fmla="*/ 777 h 1047"/>
              <a:gd name="T122" fmla="*/ 5230 w 5903"/>
              <a:gd name="T123" fmla="*/ 839 h 10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903" h="1047">
                <a:moveTo>
                  <a:pt x="5612" y="766"/>
                </a:moveTo>
                <a:cubicBezTo>
                  <a:pt x="5590" y="766"/>
                  <a:pt x="5566" y="770"/>
                  <a:pt x="5540" y="777"/>
                </a:cubicBezTo>
                <a:cubicBezTo>
                  <a:pt x="5540" y="968"/>
                  <a:pt x="5540" y="968"/>
                  <a:pt x="5540" y="968"/>
                </a:cubicBezTo>
                <a:cubicBezTo>
                  <a:pt x="5567" y="968"/>
                  <a:pt x="5567" y="968"/>
                  <a:pt x="5567" y="968"/>
                </a:cubicBezTo>
                <a:cubicBezTo>
                  <a:pt x="5567" y="795"/>
                  <a:pt x="5567" y="795"/>
                  <a:pt x="5567" y="795"/>
                </a:cubicBezTo>
                <a:cubicBezTo>
                  <a:pt x="5581" y="792"/>
                  <a:pt x="5597" y="790"/>
                  <a:pt x="5611" y="790"/>
                </a:cubicBezTo>
                <a:cubicBezTo>
                  <a:pt x="5658" y="790"/>
                  <a:pt x="5671" y="808"/>
                  <a:pt x="5671" y="844"/>
                </a:cubicBezTo>
                <a:cubicBezTo>
                  <a:pt x="5671" y="968"/>
                  <a:pt x="5671" y="968"/>
                  <a:pt x="5671" y="968"/>
                </a:cubicBezTo>
                <a:cubicBezTo>
                  <a:pt x="5698" y="968"/>
                  <a:pt x="5698" y="968"/>
                  <a:pt x="5698" y="968"/>
                </a:cubicBezTo>
                <a:cubicBezTo>
                  <a:pt x="5698" y="839"/>
                  <a:pt x="5698" y="839"/>
                  <a:pt x="5698" y="839"/>
                </a:cubicBezTo>
                <a:cubicBezTo>
                  <a:pt x="5698" y="792"/>
                  <a:pt x="5676" y="766"/>
                  <a:pt x="5612" y="766"/>
                </a:cubicBezTo>
                <a:close/>
                <a:moveTo>
                  <a:pt x="1343" y="766"/>
                </a:moveTo>
                <a:cubicBezTo>
                  <a:pt x="1319" y="766"/>
                  <a:pt x="1296" y="770"/>
                  <a:pt x="1276" y="777"/>
                </a:cubicBezTo>
                <a:cubicBezTo>
                  <a:pt x="1276" y="1041"/>
                  <a:pt x="1276" y="1041"/>
                  <a:pt x="1276" y="1041"/>
                </a:cubicBezTo>
                <a:cubicBezTo>
                  <a:pt x="1303" y="1041"/>
                  <a:pt x="1303" y="1041"/>
                  <a:pt x="1303" y="1041"/>
                </a:cubicBezTo>
                <a:cubicBezTo>
                  <a:pt x="1303" y="966"/>
                  <a:pt x="1303" y="966"/>
                  <a:pt x="1303" y="966"/>
                </a:cubicBezTo>
                <a:cubicBezTo>
                  <a:pt x="1314" y="970"/>
                  <a:pt x="1328" y="972"/>
                  <a:pt x="1345" y="972"/>
                </a:cubicBezTo>
                <a:cubicBezTo>
                  <a:pt x="1408" y="972"/>
                  <a:pt x="1442" y="934"/>
                  <a:pt x="1442" y="868"/>
                </a:cubicBezTo>
                <a:cubicBezTo>
                  <a:pt x="1442" y="802"/>
                  <a:pt x="1410" y="766"/>
                  <a:pt x="1343" y="766"/>
                </a:cubicBezTo>
                <a:close/>
                <a:moveTo>
                  <a:pt x="1343" y="950"/>
                </a:moveTo>
                <a:cubicBezTo>
                  <a:pt x="1329" y="950"/>
                  <a:pt x="1316" y="948"/>
                  <a:pt x="1303" y="943"/>
                </a:cubicBezTo>
                <a:cubicBezTo>
                  <a:pt x="1303" y="794"/>
                  <a:pt x="1303" y="794"/>
                  <a:pt x="1303" y="794"/>
                </a:cubicBezTo>
                <a:cubicBezTo>
                  <a:pt x="1315" y="792"/>
                  <a:pt x="1328" y="790"/>
                  <a:pt x="1342" y="790"/>
                </a:cubicBezTo>
                <a:cubicBezTo>
                  <a:pt x="1392" y="790"/>
                  <a:pt x="1415" y="819"/>
                  <a:pt x="1415" y="869"/>
                </a:cubicBezTo>
                <a:cubicBezTo>
                  <a:pt x="1415" y="921"/>
                  <a:pt x="1390" y="950"/>
                  <a:pt x="1343" y="950"/>
                </a:cubicBezTo>
                <a:close/>
                <a:moveTo>
                  <a:pt x="1533" y="373"/>
                </a:moveTo>
                <a:cubicBezTo>
                  <a:pt x="1533" y="552"/>
                  <a:pt x="1533" y="552"/>
                  <a:pt x="1533" y="552"/>
                </a:cubicBezTo>
                <a:cubicBezTo>
                  <a:pt x="1595" y="552"/>
                  <a:pt x="1595" y="552"/>
                  <a:pt x="1595" y="552"/>
                </a:cubicBezTo>
                <a:cubicBezTo>
                  <a:pt x="1595" y="363"/>
                  <a:pt x="1595" y="363"/>
                  <a:pt x="1595" y="363"/>
                </a:cubicBezTo>
                <a:cubicBezTo>
                  <a:pt x="1595" y="294"/>
                  <a:pt x="1562" y="254"/>
                  <a:pt x="1458" y="254"/>
                </a:cubicBezTo>
                <a:cubicBezTo>
                  <a:pt x="1428" y="254"/>
                  <a:pt x="1385" y="260"/>
                  <a:pt x="1345" y="270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407" y="312"/>
                  <a:pt x="1407" y="312"/>
                  <a:pt x="1407" y="312"/>
                </a:cubicBezTo>
                <a:cubicBezTo>
                  <a:pt x="1424" y="309"/>
                  <a:pt x="1442" y="307"/>
                  <a:pt x="1456" y="307"/>
                </a:cubicBezTo>
                <a:cubicBezTo>
                  <a:pt x="1518" y="307"/>
                  <a:pt x="1533" y="329"/>
                  <a:pt x="1533" y="373"/>
                </a:cubicBezTo>
                <a:close/>
                <a:moveTo>
                  <a:pt x="1699" y="777"/>
                </a:moveTo>
                <a:cubicBezTo>
                  <a:pt x="1699" y="968"/>
                  <a:pt x="1699" y="968"/>
                  <a:pt x="1699" y="968"/>
                </a:cubicBezTo>
                <a:cubicBezTo>
                  <a:pt x="1726" y="968"/>
                  <a:pt x="1726" y="968"/>
                  <a:pt x="1726" y="968"/>
                </a:cubicBezTo>
                <a:cubicBezTo>
                  <a:pt x="1726" y="794"/>
                  <a:pt x="1726" y="794"/>
                  <a:pt x="1726" y="794"/>
                </a:cubicBezTo>
                <a:cubicBezTo>
                  <a:pt x="1738" y="791"/>
                  <a:pt x="1752" y="790"/>
                  <a:pt x="1763" y="790"/>
                </a:cubicBezTo>
                <a:cubicBezTo>
                  <a:pt x="1774" y="790"/>
                  <a:pt x="1784" y="790"/>
                  <a:pt x="1792" y="791"/>
                </a:cubicBezTo>
                <a:cubicBezTo>
                  <a:pt x="1794" y="786"/>
                  <a:pt x="1795" y="776"/>
                  <a:pt x="1795" y="768"/>
                </a:cubicBezTo>
                <a:cubicBezTo>
                  <a:pt x="1787" y="767"/>
                  <a:pt x="1775" y="767"/>
                  <a:pt x="1762" y="767"/>
                </a:cubicBezTo>
                <a:cubicBezTo>
                  <a:pt x="1742" y="767"/>
                  <a:pt x="1716" y="771"/>
                  <a:pt x="1699" y="777"/>
                </a:cubicBezTo>
                <a:close/>
                <a:moveTo>
                  <a:pt x="5475" y="704"/>
                </a:moveTo>
                <a:cubicBezTo>
                  <a:pt x="5464" y="704"/>
                  <a:pt x="5457" y="712"/>
                  <a:pt x="5457" y="722"/>
                </a:cubicBezTo>
                <a:cubicBezTo>
                  <a:pt x="5457" y="732"/>
                  <a:pt x="5464" y="740"/>
                  <a:pt x="5475" y="740"/>
                </a:cubicBezTo>
                <a:cubicBezTo>
                  <a:pt x="5485" y="740"/>
                  <a:pt x="5492" y="732"/>
                  <a:pt x="5492" y="722"/>
                </a:cubicBezTo>
                <a:cubicBezTo>
                  <a:pt x="5492" y="712"/>
                  <a:pt x="5485" y="704"/>
                  <a:pt x="5475" y="704"/>
                </a:cubicBezTo>
                <a:close/>
                <a:moveTo>
                  <a:pt x="5461" y="968"/>
                </a:moveTo>
                <a:cubicBezTo>
                  <a:pt x="5488" y="968"/>
                  <a:pt x="5488" y="968"/>
                  <a:pt x="5488" y="968"/>
                </a:cubicBezTo>
                <a:cubicBezTo>
                  <a:pt x="5488" y="771"/>
                  <a:pt x="5488" y="771"/>
                  <a:pt x="5488" y="771"/>
                </a:cubicBezTo>
                <a:cubicBezTo>
                  <a:pt x="5461" y="771"/>
                  <a:pt x="5461" y="771"/>
                  <a:pt x="5461" y="771"/>
                </a:cubicBezTo>
                <a:lnTo>
                  <a:pt x="5461" y="968"/>
                </a:lnTo>
                <a:close/>
                <a:moveTo>
                  <a:pt x="1808" y="550"/>
                </a:moveTo>
                <a:cubicBezTo>
                  <a:pt x="1812" y="534"/>
                  <a:pt x="1814" y="514"/>
                  <a:pt x="1816" y="497"/>
                </a:cubicBezTo>
                <a:cubicBezTo>
                  <a:pt x="1802" y="503"/>
                  <a:pt x="1785" y="506"/>
                  <a:pt x="1767" y="506"/>
                </a:cubicBezTo>
                <a:cubicBezTo>
                  <a:pt x="1737" y="506"/>
                  <a:pt x="1719" y="492"/>
                  <a:pt x="1719" y="455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812" y="317"/>
                  <a:pt x="1812" y="317"/>
                  <a:pt x="1812" y="317"/>
                </a:cubicBezTo>
                <a:cubicBezTo>
                  <a:pt x="1815" y="301"/>
                  <a:pt x="1816" y="283"/>
                  <a:pt x="1817" y="264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719" y="157"/>
                  <a:pt x="1719" y="157"/>
                  <a:pt x="1719" y="157"/>
                </a:cubicBezTo>
                <a:cubicBezTo>
                  <a:pt x="1700" y="157"/>
                  <a:pt x="1676" y="160"/>
                  <a:pt x="1657" y="166"/>
                </a:cubicBezTo>
                <a:cubicBezTo>
                  <a:pt x="1657" y="462"/>
                  <a:pt x="1657" y="462"/>
                  <a:pt x="1657" y="462"/>
                </a:cubicBezTo>
                <a:cubicBezTo>
                  <a:pt x="1657" y="531"/>
                  <a:pt x="1696" y="559"/>
                  <a:pt x="1756" y="559"/>
                </a:cubicBezTo>
                <a:cubicBezTo>
                  <a:pt x="1773" y="559"/>
                  <a:pt x="1791" y="557"/>
                  <a:pt x="1808" y="550"/>
                </a:cubicBezTo>
                <a:close/>
                <a:moveTo>
                  <a:pt x="1566" y="766"/>
                </a:moveTo>
                <a:cubicBezTo>
                  <a:pt x="1507" y="766"/>
                  <a:pt x="1472" y="806"/>
                  <a:pt x="1472" y="870"/>
                </a:cubicBezTo>
                <a:cubicBezTo>
                  <a:pt x="1472" y="929"/>
                  <a:pt x="1503" y="972"/>
                  <a:pt x="1564" y="972"/>
                </a:cubicBezTo>
                <a:cubicBezTo>
                  <a:pt x="1624" y="972"/>
                  <a:pt x="1659" y="933"/>
                  <a:pt x="1659" y="867"/>
                </a:cubicBezTo>
                <a:cubicBezTo>
                  <a:pt x="1659" y="809"/>
                  <a:pt x="1628" y="766"/>
                  <a:pt x="1566" y="766"/>
                </a:cubicBezTo>
                <a:close/>
                <a:moveTo>
                  <a:pt x="1565" y="948"/>
                </a:moveTo>
                <a:cubicBezTo>
                  <a:pt x="1522" y="948"/>
                  <a:pt x="1499" y="920"/>
                  <a:pt x="1499" y="869"/>
                </a:cubicBezTo>
                <a:cubicBezTo>
                  <a:pt x="1499" y="822"/>
                  <a:pt x="1521" y="790"/>
                  <a:pt x="1565" y="790"/>
                </a:cubicBezTo>
                <a:cubicBezTo>
                  <a:pt x="1609" y="790"/>
                  <a:pt x="1632" y="819"/>
                  <a:pt x="1632" y="869"/>
                </a:cubicBezTo>
                <a:cubicBezTo>
                  <a:pt x="1632" y="917"/>
                  <a:pt x="1610" y="948"/>
                  <a:pt x="1565" y="948"/>
                </a:cubicBezTo>
                <a:close/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3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4"/>
                  <a:pt x="371" y="404"/>
                  <a:pt x="371" y="404"/>
                </a:cubicBezTo>
                <a:cubicBezTo>
                  <a:pt x="369" y="391"/>
                  <a:pt x="364" y="377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1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2"/>
                  <a:pt x="187" y="332"/>
                  <a:pt x="187" y="332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8"/>
                </a:cubicBezTo>
                <a:cubicBezTo>
                  <a:pt x="0" y="498"/>
                  <a:pt x="134" y="571"/>
                  <a:pt x="300" y="571"/>
                </a:cubicBezTo>
                <a:cubicBezTo>
                  <a:pt x="466" y="571"/>
                  <a:pt x="600" y="498"/>
                  <a:pt x="600" y="408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828" y="505"/>
                </a:moveTo>
                <a:cubicBezTo>
                  <a:pt x="797" y="505"/>
                  <a:pt x="756" y="497"/>
                  <a:pt x="725" y="483"/>
                </a:cubicBezTo>
                <a:cubicBezTo>
                  <a:pt x="718" y="501"/>
                  <a:pt x="715" y="517"/>
                  <a:pt x="714" y="540"/>
                </a:cubicBezTo>
                <a:cubicBezTo>
                  <a:pt x="745" y="554"/>
                  <a:pt x="783" y="561"/>
                  <a:pt x="829" y="561"/>
                </a:cubicBezTo>
                <a:cubicBezTo>
                  <a:pt x="925" y="561"/>
                  <a:pt x="974" y="517"/>
                  <a:pt x="974" y="452"/>
                </a:cubicBezTo>
                <a:cubicBezTo>
                  <a:pt x="974" y="397"/>
                  <a:pt x="945" y="365"/>
                  <a:pt x="873" y="334"/>
                </a:cubicBezTo>
                <a:cubicBezTo>
                  <a:pt x="842" y="321"/>
                  <a:pt x="842" y="321"/>
                  <a:pt x="842" y="321"/>
                </a:cubicBezTo>
                <a:cubicBezTo>
                  <a:pt x="803" y="304"/>
                  <a:pt x="781" y="288"/>
                  <a:pt x="781" y="258"/>
                </a:cubicBezTo>
                <a:cubicBezTo>
                  <a:pt x="781" y="228"/>
                  <a:pt x="804" y="209"/>
                  <a:pt x="853" y="209"/>
                </a:cubicBezTo>
                <a:cubicBezTo>
                  <a:pt x="879" y="209"/>
                  <a:pt x="915" y="214"/>
                  <a:pt x="945" y="226"/>
                </a:cubicBezTo>
                <a:cubicBezTo>
                  <a:pt x="951" y="209"/>
                  <a:pt x="955" y="192"/>
                  <a:pt x="956" y="169"/>
                </a:cubicBezTo>
                <a:cubicBezTo>
                  <a:pt x="924" y="158"/>
                  <a:pt x="890" y="153"/>
                  <a:pt x="853" y="153"/>
                </a:cubicBezTo>
                <a:cubicBezTo>
                  <a:pt x="762" y="153"/>
                  <a:pt x="717" y="194"/>
                  <a:pt x="717" y="258"/>
                </a:cubicBezTo>
                <a:cubicBezTo>
                  <a:pt x="717" y="318"/>
                  <a:pt x="753" y="348"/>
                  <a:pt x="806" y="371"/>
                </a:cubicBezTo>
                <a:cubicBezTo>
                  <a:pt x="835" y="383"/>
                  <a:pt x="835" y="383"/>
                  <a:pt x="835" y="383"/>
                </a:cubicBezTo>
                <a:cubicBezTo>
                  <a:pt x="888" y="407"/>
                  <a:pt x="910" y="422"/>
                  <a:pt x="910" y="455"/>
                </a:cubicBezTo>
                <a:cubicBezTo>
                  <a:pt x="910" y="488"/>
                  <a:pt x="880" y="505"/>
                  <a:pt x="828" y="505"/>
                </a:cubicBezTo>
                <a:close/>
                <a:moveTo>
                  <a:pt x="1807" y="871"/>
                </a:moveTo>
                <a:cubicBezTo>
                  <a:pt x="1807" y="936"/>
                  <a:pt x="1841" y="972"/>
                  <a:pt x="1895" y="972"/>
                </a:cubicBezTo>
                <a:cubicBezTo>
                  <a:pt x="1917" y="972"/>
                  <a:pt x="1934" y="964"/>
                  <a:pt x="1947" y="953"/>
                </a:cubicBezTo>
                <a:cubicBezTo>
                  <a:pt x="1948" y="968"/>
                  <a:pt x="1948" y="968"/>
                  <a:pt x="1948" y="968"/>
                </a:cubicBezTo>
                <a:cubicBezTo>
                  <a:pt x="1973" y="968"/>
                  <a:pt x="1973" y="968"/>
                  <a:pt x="1973" y="968"/>
                </a:cubicBezTo>
                <a:cubicBezTo>
                  <a:pt x="1973" y="777"/>
                  <a:pt x="1973" y="777"/>
                  <a:pt x="1973" y="777"/>
                </a:cubicBezTo>
                <a:cubicBezTo>
                  <a:pt x="1953" y="769"/>
                  <a:pt x="1933" y="766"/>
                  <a:pt x="1909" y="766"/>
                </a:cubicBezTo>
                <a:cubicBezTo>
                  <a:pt x="1841" y="766"/>
                  <a:pt x="1807" y="804"/>
                  <a:pt x="1807" y="871"/>
                </a:cubicBezTo>
                <a:close/>
                <a:moveTo>
                  <a:pt x="1946" y="931"/>
                </a:moveTo>
                <a:cubicBezTo>
                  <a:pt x="1933" y="943"/>
                  <a:pt x="1917" y="950"/>
                  <a:pt x="1897" y="950"/>
                </a:cubicBezTo>
                <a:cubicBezTo>
                  <a:pt x="1856" y="950"/>
                  <a:pt x="1834" y="920"/>
                  <a:pt x="1834" y="871"/>
                </a:cubicBezTo>
                <a:cubicBezTo>
                  <a:pt x="1834" y="820"/>
                  <a:pt x="1858" y="790"/>
                  <a:pt x="1909" y="790"/>
                </a:cubicBezTo>
                <a:cubicBezTo>
                  <a:pt x="1923" y="790"/>
                  <a:pt x="1935" y="791"/>
                  <a:pt x="1946" y="794"/>
                </a:cubicBezTo>
                <a:lnTo>
                  <a:pt x="1946" y="931"/>
                </a:lnTo>
                <a:close/>
                <a:moveTo>
                  <a:pt x="1960" y="559"/>
                </a:moveTo>
                <a:cubicBezTo>
                  <a:pt x="2000" y="559"/>
                  <a:pt x="2024" y="543"/>
                  <a:pt x="2040" y="518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100" y="552"/>
                  <a:pt x="2100" y="552"/>
                  <a:pt x="2100" y="552"/>
                </a:cubicBezTo>
                <a:cubicBezTo>
                  <a:pt x="2100" y="270"/>
                  <a:pt x="2100" y="270"/>
                  <a:pt x="2100" y="270"/>
                </a:cubicBezTo>
                <a:cubicBezTo>
                  <a:pt x="2067" y="259"/>
                  <a:pt x="2034" y="254"/>
                  <a:pt x="1993" y="254"/>
                </a:cubicBezTo>
                <a:cubicBezTo>
                  <a:pt x="1889" y="254"/>
                  <a:pt x="1836" y="311"/>
                  <a:pt x="1836" y="410"/>
                </a:cubicBezTo>
                <a:cubicBezTo>
                  <a:pt x="1836" y="505"/>
                  <a:pt x="1886" y="559"/>
                  <a:pt x="1960" y="559"/>
                </a:cubicBezTo>
                <a:close/>
                <a:moveTo>
                  <a:pt x="1993" y="307"/>
                </a:moveTo>
                <a:cubicBezTo>
                  <a:pt x="2011" y="307"/>
                  <a:pt x="2025" y="308"/>
                  <a:pt x="2038" y="311"/>
                </a:cubicBezTo>
                <a:cubicBezTo>
                  <a:pt x="2038" y="488"/>
                  <a:pt x="2038" y="488"/>
                  <a:pt x="2038" y="488"/>
                </a:cubicBezTo>
                <a:cubicBezTo>
                  <a:pt x="2022" y="500"/>
                  <a:pt x="2002" y="508"/>
                  <a:pt x="1978" y="508"/>
                </a:cubicBezTo>
                <a:cubicBezTo>
                  <a:pt x="1922" y="508"/>
                  <a:pt x="1899" y="468"/>
                  <a:pt x="1899" y="410"/>
                </a:cubicBezTo>
                <a:cubicBezTo>
                  <a:pt x="1899" y="347"/>
                  <a:pt x="1929" y="307"/>
                  <a:pt x="1993" y="307"/>
                </a:cubicBezTo>
                <a:close/>
                <a:moveTo>
                  <a:pt x="3164" y="311"/>
                </a:moveTo>
                <a:cubicBezTo>
                  <a:pt x="3179" y="308"/>
                  <a:pt x="3194" y="307"/>
                  <a:pt x="3209" y="307"/>
                </a:cubicBezTo>
                <a:cubicBezTo>
                  <a:pt x="3227" y="307"/>
                  <a:pt x="3242" y="308"/>
                  <a:pt x="3256" y="310"/>
                </a:cubicBezTo>
                <a:cubicBezTo>
                  <a:pt x="3260" y="298"/>
                  <a:pt x="3262" y="275"/>
                  <a:pt x="3262" y="257"/>
                </a:cubicBezTo>
                <a:cubicBezTo>
                  <a:pt x="3248" y="255"/>
                  <a:pt x="3227" y="254"/>
                  <a:pt x="3208" y="254"/>
                </a:cubicBezTo>
                <a:cubicBezTo>
                  <a:pt x="3173" y="254"/>
                  <a:pt x="3128" y="261"/>
                  <a:pt x="3102" y="270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64" y="552"/>
                  <a:pt x="3164" y="552"/>
                  <a:pt x="3164" y="552"/>
                </a:cubicBezTo>
                <a:lnTo>
                  <a:pt x="3164" y="311"/>
                </a:lnTo>
                <a:close/>
                <a:moveTo>
                  <a:pt x="1012" y="766"/>
                </a:moveTo>
                <a:cubicBezTo>
                  <a:pt x="953" y="766"/>
                  <a:pt x="917" y="806"/>
                  <a:pt x="917" y="870"/>
                </a:cubicBezTo>
                <a:cubicBezTo>
                  <a:pt x="917" y="929"/>
                  <a:pt x="948" y="972"/>
                  <a:pt x="1010" y="972"/>
                </a:cubicBezTo>
                <a:cubicBezTo>
                  <a:pt x="1070" y="972"/>
                  <a:pt x="1104" y="933"/>
                  <a:pt x="1104" y="867"/>
                </a:cubicBezTo>
                <a:cubicBezTo>
                  <a:pt x="1104" y="809"/>
                  <a:pt x="1074" y="766"/>
                  <a:pt x="1012" y="766"/>
                </a:cubicBezTo>
                <a:close/>
                <a:moveTo>
                  <a:pt x="1011" y="948"/>
                </a:moveTo>
                <a:cubicBezTo>
                  <a:pt x="968" y="948"/>
                  <a:pt x="945" y="920"/>
                  <a:pt x="945" y="869"/>
                </a:cubicBezTo>
                <a:cubicBezTo>
                  <a:pt x="945" y="822"/>
                  <a:pt x="966" y="790"/>
                  <a:pt x="1011" y="790"/>
                </a:cubicBezTo>
                <a:cubicBezTo>
                  <a:pt x="1054" y="790"/>
                  <a:pt x="1077" y="819"/>
                  <a:pt x="1077" y="869"/>
                </a:cubicBezTo>
                <a:cubicBezTo>
                  <a:pt x="1077" y="917"/>
                  <a:pt x="1055" y="948"/>
                  <a:pt x="1011" y="948"/>
                </a:cubicBezTo>
                <a:close/>
                <a:moveTo>
                  <a:pt x="1217" y="518"/>
                </a:moveTo>
                <a:cubicBezTo>
                  <a:pt x="1220" y="552"/>
                  <a:pt x="1220" y="552"/>
                  <a:pt x="1220" y="552"/>
                </a:cubicBezTo>
                <a:cubicBezTo>
                  <a:pt x="1277" y="552"/>
                  <a:pt x="1277" y="552"/>
                  <a:pt x="1277" y="552"/>
                </a:cubicBezTo>
                <a:cubicBezTo>
                  <a:pt x="1277" y="270"/>
                  <a:pt x="1277" y="270"/>
                  <a:pt x="1277" y="270"/>
                </a:cubicBezTo>
                <a:cubicBezTo>
                  <a:pt x="1245" y="259"/>
                  <a:pt x="1211" y="254"/>
                  <a:pt x="1171" y="254"/>
                </a:cubicBezTo>
                <a:cubicBezTo>
                  <a:pt x="1066" y="254"/>
                  <a:pt x="1013" y="311"/>
                  <a:pt x="1013" y="410"/>
                </a:cubicBezTo>
                <a:cubicBezTo>
                  <a:pt x="1013" y="505"/>
                  <a:pt x="1063" y="559"/>
                  <a:pt x="1138" y="559"/>
                </a:cubicBezTo>
                <a:cubicBezTo>
                  <a:pt x="1177" y="559"/>
                  <a:pt x="1201" y="543"/>
                  <a:pt x="1217" y="518"/>
                </a:cubicBezTo>
                <a:close/>
                <a:moveTo>
                  <a:pt x="1077" y="410"/>
                </a:moveTo>
                <a:cubicBezTo>
                  <a:pt x="1077" y="347"/>
                  <a:pt x="1106" y="307"/>
                  <a:pt x="1171" y="307"/>
                </a:cubicBezTo>
                <a:cubicBezTo>
                  <a:pt x="1188" y="307"/>
                  <a:pt x="1202" y="308"/>
                  <a:pt x="1215" y="311"/>
                </a:cubicBezTo>
                <a:cubicBezTo>
                  <a:pt x="1215" y="488"/>
                  <a:pt x="1215" y="488"/>
                  <a:pt x="1215" y="488"/>
                </a:cubicBezTo>
                <a:cubicBezTo>
                  <a:pt x="1199" y="500"/>
                  <a:pt x="1179" y="508"/>
                  <a:pt x="1155" y="508"/>
                </a:cubicBezTo>
                <a:cubicBezTo>
                  <a:pt x="1100" y="508"/>
                  <a:pt x="1077" y="468"/>
                  <a:pt x="1077" y="410"/>
                </a:cubicBezTo>
                <a:close/>
                <a:moveTo>
                  <a:pt x="1144" y="777"/>
                </a:moveTo>
                <a:cubicBezTo>
                  <a:pt x="1144" y="968"/>
                  <a:pt x="1144" y="968"/>
                  <a:pt x="1144" y="968"/>
                </a:cubicBezTo>
                <a:cubicBezTo>
                  <a:pt x="1171" y="968"/>
                  <a:pt x="1171" y="968"/>
                  <a:pt x="1171" y="968"/>
                </a:cubicBezTo>
                <a:cubicBezTo>
                  <a:pt x="1171" y="794"/>
                  <a:pt x="1171" y="794"/>
                  <a:pt x="1171" y="794"/>
                </a:cubicBezTo>
                <a:cubicBezTo>
                  <a:pt x="1184" y="791"/>
                  <a:pt x="1198" y="790"/>
                  <a:pt x="1209" y="790"/>
                </a:cubicBezTo>
                <a:cubicBezTo>
                  <a:pt x="1219" y="790"/>
                  <a:pt x="1229" y="790"/>
                  <a:pt x="1238" y="791"/>
                </a:cubicBezTo>
                <a:cubicBezTo>
                  <a:pt x="1240" y="786"/>
                  <a:pt x="1241" y="776"/>
                  <a:pt x="1241" y="768"/>
                </a:cubicBezTo>
                <a:cubicBezTo>
                  <a:pt x="1232" y="767"/>
                  <a:pt x="1220" y="767"/>
                  <a:pt x="1208" y="767"/>
                </a:cubicBezTo>
                <a:cubicBezTo>
                  <a:pt x="1187" y="767"/>
                  <a:pt x="1161" y="771"/>
                  <a:pt x="1144" y="777"/>
                </a:cubicBezTo>
                <a:close/>
                <a:moveTo>
                  <a:pt x="840" y="724"/>
                </a:moveTo>
                <a:cubicBezTo>
                  <a:pt x="859" y="724"/>
                  <a:pt x="877" y="727"/>
                  <a:pt x="893" y="733"/>
                </a:cubicBezTo>
                <a:cubicBezTo>
                  <a:pt x="895" y="726"/>
                  <a:pt x="897" y="716"/>
                  <a:pt x="897" y="707"/>
                </a:cubicBezTo>
                <a:cubicBezTo>
                  <a:pt x="881" y="701"/>
                  <a:pt x="860" y="698"/>
                  <a:pt x="840" y="698"/>
                </a:cubicBezTo>
                <a:cubicBezTo>
                  <a:pt x="760" y="698"/>
                  <a:pt x="714" y="749"/>
                  <a:pt x="714" y="836"/>
                </a:cubicBezTo>
                <a:cubicBezTo>
                  <a:pt x="714" y="919"/>
                  <a:pt x="758" y="973"/>
                  <a:pt x="838" y="973"/>
                </a:cubicBezTo>
                <a:cubicBezTo>
                  <a:pt x="859" y="973"/>
                  <a:pt x="876" y="971"/>
                  <a:pt x="891" y="965"/>
                </a:cubicBezTo>
                <a:cubicBezTo>
                  <a:pt x="893" y="955"/>
                  <a:pt x="895" y="946"/>
                  <a:pt x="895" y="937"/>
                </a:cubicBezTo>
                <a:cubicBezTo>
                  <a:pt x="880" y="944"/>
                  <a:pt x="859" y="948"/>
                  <a:pt x="841" y="948"/>
                </a:cubicBezTo>
                <a:cubicBezTo>
                  <a:pt x="781" y="948"/>
                  <a:pt x="742" y="906"/>
                  <a:pt x="742" y="835"/>
                </a:cubicBezTo>
                <a:cubicBezTo>
                  <a:pt x="742" y="762"/>
                  <a:pt x="781" y="724"/>
                  <a:pt x="840" y="724"/>
                </a:cubicBezTo>
                <a:close/>
                <a:moveTo>
                  <a:pt x="5839" y="766"/>
                </a:moveTo>
                <a:cubicBezTo>
                  <a:pt x="5771" y="766"/>
                  <a:pt x="5737" y="804"/>
                  <a:pt x="5737" y="871"/>
                </a:cubicBezTo>
                <a:cubicBezTo>
                  <a:pt x="5737" y="936"/>
                  <a:pt x="5771" y="972"/>
                  <a:pt x="5825" y="972"/>
                </a:cubicBezTo>
                <a:cubicBezTo>
                  <a:pt x="5846" y="972"/>
                  <a:pt x="5864" y="965"/>
                  <a:pt x="5876" y="954"/>
                </a:cubicBezTo>
                <a:cubicBezTo>
                  <a:pt x="5876" y="964"/>
                  <a:pt x="5876" y="964"/>
                  <a:pt x="5876" y="964"/>
                </a:cubicBezTo>
                <a:cubicBezTo>
                  <a:pt x="5876" y="1007"/>
                  <a:pt x="5852" y="1024"/>
                  <a:pt x="5811" y="1024"/>
                </a:cubicBezTo>
                <a:cubicBezTo>
                  <a:pt x="5796" y="1024"/>
                  <a:pt x="5774" y="1020"/>
                  <a:pt x="5757" y="1012"/>
                </a:cubicBezTo>
                <a:cubicBezTo>
                  <a:pt x="5755" y="1019"/>
                  <a:pt x="5754" y="1029"/>
                  <a:pt x="5754" y="1035"/>
                </a:cubicBezTo>
                <a:cubicBezTo>
                  <a:pt x="5772" y="1043"/>
                  <a:pt x="5792" y="1047"/>
                  <a:pt x="5811" y="1047"/>
                </a:cubicBezTo>
                <a:cubicBezTo>
                  <a:pt x="5875" y="1047"/>
                  <a:pt x="5903" y="1014"/>
                  <a:pt x="5903" y="961"/>
                </a:cubicBezTo>
                <a:cubicBezTo>
                  <a:pt x="5903" y="777"/>
                  <a:pt x="5903" y="777"/>
                  <a:pt x="5903" y="777"/>
                </a:cubicBezTo>
                <a:cubicBezTo>
                  <a:pt x="5883" y="769"/>
                  <a:pt x="5863" y="766"/>
                  <a:pt x="5839" y="766"/>
                </a:cubicBezTo>
                <a:close/>
                <a:moveTo>
                  <a:pt x="5876" y="931"/>
                </a:moveTo>
                <a:cubicBezTo>
                  <a:pt x="5864" y="943"/>
                  <a:pt x="5847" y="950"/>
                  <a:pt x="5828" y="950"/>
                </a:cubicBezTo>
                <a:cubicBezTo>
                  <a:pt x="5786" y="950"/>
                  <a:pt x="5765" y="920"/>
                  <a:pt x="5765" y="871"/>
                </a:cubicBezTo>
                <a:cubicBezTo>
                  <a:pt x="5765" y="820"/>
                  <a:pt x="5788" y="790"/>
                  <a:pt x="5839" y="790"/>
                </a:cubicBezTo>
                <a:cubicBezTo>
                  <a:pt x="5853" y="790"/>
                  <a:pt x="5865" y="791"/>
                  <a:pt x="5876" y="794"/>
                </a:cubicBezTo>
                <a:lnTo>
                  <a:pt x="5876" y="931"/>
                </a:lnTo>
                <a:close/>
                <a:moveTo>
                  <a:pt x="2735" y="968"/>
                </a:moveTo>
                <a:cubicBezTo>
                  <a:pt x="2761" y="968"/>
                  <a:pt x="2761" y="968"/>
                  <a:pt x="2761" y="968"/>
                </a:cubicBezTo>
                <a:cubicBezTo>
                  <a:pt x="2761" y="701"/>
                  <a:pt x="2761" y="701"/>
                  <a:pt x="2761" y="701"/>
                </a:cubicBezTo>
                <a:cubicBezTo>
                  <a:pt x="2753" y="701"/>
                  <a:pt x="2742" y="703"/>
                  <a:pt x="2735" y="705"/>
                </a:cubicBezTo>
                <a:lnTo>
                  <a:pt x="2735" y="968"/>
                </a:lnTo>
                <a:close/>
                <a:moveTo>
                  <a:pt x="3486" y="859"/>
                </a:moveTo>
                <a:cubicBezTo>
                  <a:pt x="3468" y="853"/>
                  <a:pt x="3468" y="853"/>
                  <a:pt x="3468" y="853"/>
                </a:cubicBezTo>
                <a:cubicBezTo>
                  <a:pt x="3445" y="845"/>
                  <a:pt x="3430" y="839"/>
                  <a:pt x="3430" y="817"/>
                </a:cubicBezTo>
                <a:cubicBezTo>
                  <a:pt x="3430" y="799"/>
                  <a:pt x="3445" y="789"/>
                  <a:pt x="3474" y="789"/>
                </a:cubicBezTo>
                <a:cubicBezTo>
                  <a:pt x="3493" y="789"/>
                  <a:pt x="3512" y="792"/>
                  <a:pt x="3530" y="799"/>
                </a:cubicBezTo>
                <a:cubicBezTo>
                  <a:pt x="3532" y="791"/>
                  <a:pt x="3533" y="783"/>
                  <a:pt x="3534" y="776"/>
                </a:cubicBezTo>
                <a:cubicBezTo>
                  <a:pt x="3516" y="769"/>
                  <a:pt x="3495" y="766"/>
                  <a:pt x="3473" y="766"/>
                </a:cubicBezTo>
                <a:cubicBezTo>
                  <a:pt x="3430" y="766"/>
                  <a:pt x="3404" y="784"/>
                  <a:pt x="3404" y="818"/>
                </a:cubicBezTo>
                <a:cubicBezTo>
                  <a:pt x="3404" y="849"/>
                  <a:pt x="3423" y="866"/>
                  <a:pt x="3457" y="876"/>
                </a:cubicBezTo>
                <a:cubicBezTo>
                  <a:pt x="3474" y="882"/>
                  <a:pt x="3474" y="882"/>
                  <a:pt x="3474" y="882"/>
                </a:cubicBezTo>
                <a:cubicBezTo>
                  <a:pt x="3493" y="887"/>
                  <a:pt x="3514" y="895"/>
                  <a:pt x="3514" y="918"/>
                </a:cubicBezTo>
                <a:cubicBezTo>
                  <a:pt x="3514" y="940"/>
                  <a:pt x="3496" y="949"/>
                  <a:pt x="3466" y="949"/>
                </a:cubicBezTo>
                <a:cubicBezTo>
                  <a:pt x="3447" y="949"/>
                  <a:pt x="3422" y="945"/>
                  <a:pt x="3404" y="934"/>
                </a:cubicBezTo>
                <a:cubicBezTo>
                  <a:pt x="3402" y="940"/>
                  <a:pt x="3401" y="947"/>
                  <a:pt x="3400" y="958"/>
                </a:cubicBezTo>
                <a:cubicBezTo>
                  <a:pt x="3418" y="968"/>
                  <a:pt x="3440" y="972"/>
                  <a:pt x="3467" y="972"/>
                </a:cubicBezTo>
                <a:cubicBezTo>
                  <a:pt x="3513" y="972"/>
                  <a:pt x="3540" y="952"/>
                  <a:pt x="3540" y="917"/>
                </a:cubicBezTo>
                <a:cubicBezTo>
                  <a:pt x="3540" y="884"/>
                  <a:pt x="3516" y="870"/>
                  <a:pt x="3486" y="859"/>
                </a:cubicBezTo>
                <a:close/>
                <a:moveTo>
                  <a:pt x="3603" y="908"/>
                </a:moveTo>
                <a:cubicBezTo>
                  <a:pt x="3603" y="796"/>
                  <a:pt x="3603" y="796"/>
                  <a:pt x="3603" y="796"/>
                </a:cubicBezTo>
                <a:cubicBezTo>
                  <a:pt x="3670" y="796"/>
                  <a:pt x="3670" y="796"/>
                  <a:pt x="3670" y="796"/>
                </a:cubicBezTo>
                <a:cubicBezTo>
                  <a:pt x="3671" y="789"/>
                  <a:pt x="3672" y="781"/>
                  <a:pt x="3672" y="772"/>
                </a:cubicBezTo>
                <a:cubicBezTo>
                  <a:pt x="3603" y="772"/>
                  <a:pt x="3603" y="772"/>
                  <a:pt x="3603" y="772"/>
                </a:cubicBezTo>
                <a:cubicBezTo>
                  <a:pt x="3603" y="701"/>
                  <a:pt x="3603" y="701"/>
                  <a:pt x="3603" y="701"/>
                </a:cubicBezTo>
                <a:cubicBezTo>
                  <a:pt x="3595" y="701"/>
                  <a:pt x="3584" y="703"/>
                  <a:pt x="3576" y="705"/>
                </a:cubicBezTo>
                <a:cubicBezTo>
                  <a:pt x="3576" y="911"/>
                  <a:pt x="3576" y="911"/>
                  <a:pt x="3576" y="911"/>
                </a:cubicBezTo>
                <a:cubicBezTo>
                  <a:pt x="3576" y="954"/>
                  <a:pt x="3599" y="972"/>
                  <a:pt x="3636" y="972"/>
                </a:cubicBezTo>
                <a:cubicBezTo>
                  <a:pt x="3647" y="972"/>
                  <a:pt x="3659" y="971"/>
                  <a:pt x="3670" y="966"/>
                </a:cubicBezTo>
                <a:cubicBezTo>
                  <a:pt x="3672" y="959"/>
                  <a:pt x="3673" y="951"/>
                  <a:pt x="3673" y="943"/>
                </a:cubicBezTo>
                <a:cubicBezTo>
                  <a:pt x="3663" y="947"/>
                  <a:pt x="3651" y="950"/>
                  <a:pt x="3640" y="950"/>
                </a:cubicBezTo>
                <a:cubicBezTo>
                  <a:pt x="3616" y="950"/>
                  <a:pt x="3603" y="937"/>
                  <a:pt x="3603" y="908"/>
                </a:cubicBezTo>
                <a:close/>
                <a:moveTo>
                  <a:pt x="3908" y="766"/>
                </a:moveTo>
                <a:cubicBezTo>
                  <a:pt x="3885" y="766"/>
                  <a:pt x="3862" y="772"/>
                  <a:pt x="3841" y="782"/>
                </a:cubicBezTo>
                <a:cubicBezTo>
                  <a:pt x="3828" y="771"/>
                  <a:pt x="3808" y="766"/>
                  <a:pt x="3781" y="766"/>
                </a:cubicBezTo>
                <a:cubicBezTo>
                  <a:pt x="3757" y="766"/>
                  <a:pt x="3732" y="770"/>
                  <a:pt x="3706" y="777"/>
                </a:cubicBezTo>
                <a:cubicBezTo>
                  <a:pt x="3706" y="968"/>
                  <a:pt x="3706" y="968"/>
                  <a:pt x="3706" y="968"/>
                </a:cubicBezTo>
                <a:cubicBezTo>
                  <a:pt x="3733" y="968"/>
                  <a:pt x="3733" y="968"/>
                  <a:pt x="3733" y="968"/>
                </a:cubicBezTo>
                <a:cubicBezTo>
                  <a:pt x="3733" y="795"/>
                  <a:pt x="3733" y="795"/>
                  <a:pt x="3733" y="795"/>
                </a:cubicBezTo>
                <a:cubicBezTo>
                  <a:pt x="3748" y="792"/>
                  <a:pt x="3764" y="790"/>
                  <a:pt x="3778" y="790"/>
                </a:cubicBezTo>
                <a:cubicBezTo>
                  <a:pt x="3819" y="790"/>
                  <a:pt x="3835" y="805"/>
                  <a:pt x="3835" y="842"/>
                </a:cubicBezTo>
                <a:cubicBezTo>
                  <a:pt x="3835" y="968"/>
                  <a:pt x="3835" y="968"/>
                  <a:pt x="3835" y="968"/>
                </a:cubicBezTo>
                <a:cubicBezTo>
                  <a:pt x="3861" y="968"/>
                  <a:pt x="3861" y="968"/>
                  <a:pt x="3861" y="968"/>
                </a:cubicBezTo>
                <a:cubicBezTo>
                  <a:pt x="3861" y="839"/>
                  <a:pt x="3861" y="839"/>
                  <a:pt x="3861" y="839"/>
                </a:cubicBezTo>
                <a:cubicBezTo>
                  <a:pt x="3861" y="823"/>
                  <a:pt x="3859" y="811"/>
                  <a:pt x="3855" y="801"/>
                </a:cubicBezTo>
                <a:cubicBezTo>
                  <a:pt x="3871" y="794"/>
                  <a:pt x="3888" y="790"/>
                  <a:pt x="3906" y="790"/>
                </a:cubicBezTo>
                <a:cubicBezTo>
                  <a:pt x="3945" y="790"/>
                  <a:pt x="3962" y="808"/>
                  <a:pt x="3962" y="843"/>
                </a:cubicBezTo>
                <a:cubicBezTo>
                  <a:pt x="3962" y="968"/>
                  <a:pt x="3962" y="968"/>
                  <a:pt x="3962" y="968"/>
                </a:cubicBezTo>
                <a:cubicBezTo>
                  <a:pt x="3989" y="968"/>
                  <a:pt x="3989" y="968"/>
                  <a:pt x="3989" y="968"/>
                </a:cubicBezTo>
                <a:cubicBezTo>
                  <a:pt x="3989" y="839"/>
                  <a:pt x="3989" y="839"/>
                  <a:pt x="3989" y="839"/>
                </a:cubicBezTo>
                <a:cubicBezTo>
                  <a:pt x="3989" y="792"/>
                  <a:pt x="3966" y="766"/>
                  <a:pt x="3908" y="766"/>
                </a:cubicBezTo>
                <a:close/>
                <a:moveTo>
                  <a:pt x="3099" y="942"/>
                </a:moveTo>
                <a:cubicBezTo>
                  <a:pt x="3037" y="771"/>
                  <a:pt x="3037" y="771"/>
                  <a:pt x="3037" y="771"/>
                </a:cubicBezTo>
                <a:cubicBezTo>
                  <a:pt x="3008" y="771"/>
                  <a:pt x="3008" y="771"/>
                  <a:pt x="3008" y="771"/>
                </a:cubicBezTo>
                <a:cubicBezTo>
                  <a:pt x="3082" y="968"/>
                  <a:pt x="3082" y="968"/>
                  <a:pt x="3082" y="968"/>
                </a:cubicBezTo>
                <a:cubicBezTo>
                  <a:pt x="3115" y="968"/>
                  <a:pt x="3115" y="968"/>
                  <a:pt x="3115" y="968"/>
                </a:cubicBezTo>
                <a:cubicBezTo>
                  <a:pt x="3188" y="771"/>
                  <a:pt x="3188" y="771"/>
                  <a:pt x="3188" y="771"/>
                </a:cubicBezTo>
                <a:cubicBezTo>
                  <a:pt x="3159" y="771"/>
                  <a:pt x="3159" y="771"/>
                  <a:pt x="3159" y="771"/>
                </a:cubicBezTo>
                <a:lnTo>
                  <a:pt x="3099" y="942"/>
                </a:lnTo>
                <a:close/>
                <a:moveTo>
                  <a:pt x="3286" y="766"/>
                </a:moveTo>
                <a:cubicBezTo>
                  <a:pt x="3223" y="766"/>
                  <a:pt x="3198" y="811"/>
                  <a:pt x="3198" y="868"/>
                </a:cubicBezTo>
                <a:cubicBezTo>
                  <a:pt x="3198" y="934"/>
                  <a:pt x="3231" y="972"/>
                  <a:pt x="3295" y="972"/>
                </a:cubicBezTo>
                <a:cubicBezTo>
                  <a:pt x="3317" y="972"/>
                  <a:pt x="3337" y="969"/>
                  <a:pt x="3356" y="958"/>
                </a:cubicBezTo>
                <a:cubicBezTo>
                  <a:pt x="3358" y="950"/>
                  <a:pt x="3359" y="939"/>
                  <a:pt x="3360" y="932"/>
                </a:cubicBezTo>
                <a:cubicBezTo>
                  <a:pt x="3339" y="944"/>
                  <a:pt x="3317" y="949"/>
                  <a:pt x="3296" y="949"/>
                </a:cubicBezTo>
                <a:cubicBezTo>
                  <a:pt x="3252" y="949"/>
                  <a:pt x="3228" y="924"/>
                  <a:pt x="3225" y="878"/>
                </a:cubicBezTo>
                <a:cubicBezTo>
                  <a:pt x="3366" y="878"/>
                  <a:pt x="3366" y="878"/>
                  <a:pt x="3366" y="878"/>
                </a:cubicBezTo>
                <a:cubicBezTo>
                  <a:pt x="3367" y="871"/>
                  <a:pt x="3368" y="863"/>
                  <a:pt x="3368" y="855"/>
                </a:cubicBezTo>
                <a:cubicBezTo>
                  <a:pt x="3368" y="805"/>
                  <a:pt x="3343" y="766"/>
                  <a:pt x="3286" y="766"/>
                </a:cubicBezTo>
                <a:close/>
                <a:moveTo>
                  <a:pt x="3341" y="854"/>
                </a:moveTo>
                <a:cubicBezTo>
                  <a:pt x="3225" y="854"/>
                  <a:pt x="3225" y="854"/>
                  <a:pt x="3225" y="854"/>
                </a:cubicBezTo>
                <a:cubicBezTo>
                  <a:pt x="3228" y="815"/>
                  <a:pt x="3247" y="789"/>
                  <a:pt x="3285" y="789"/>
                </a:cubicBezTo>
                <a:cubicBezTo>
                  <a:pt x="3323" y="789"/>
                  <a:pt x="3341" y="815"/>
                  <a:pt x="3341" y="853"/>
                </a:cubicBezTo>
                <a:lnTo>
                  <a:pt x="3341" y="854"/>
                </a:lnTo>
                <a:close/>
                <a:moveTo>
                  <a:pt x="4310" y="766"/>
                </a:moveTo>
                <a:cubicBezTo>
                  <a:pt x="4289" y="766"/>
                  <a:pt x="4264" y="770"/>
                  <a:pt x="4239" y="777"/>
                </a:cubicBezTo>
                <a:cubicBezTo>
                  <a:pt x="4239" y="968"/>
                  <a:pt x="4239" y="968"/>
                  <a:pt x="4239" y="968"/>
                </a:cubicBezTo>
                <a:cubicBezTo>
                  <a:pt x="4265" y="968"/>
                  <a:pt x="4265" y="968"/>
                  <a:pt x="4265" y="968"/>
                </a:cubicBezTo>
                <a:cubicBezTo>
                  <a:pt x="4265" y="795"/>
                  <a:pt x="4265" y="795"/>
                  <a:pt x="4265" y="795"/>
                </a:cubicBezTo>
                <a:cubicBezTo>
                  <a:pt x="4280" y="792"/>
                  <a:pt x="4296" y="790"/>
                  <a:pt x="4310" y="790"/>
                </a:cubicBezTo>
                <a:cubicBezTo>
                  <a:pt x="4357" y="790"/>
                  <a:pt x="4370" y="808"/>
                  <a:pt x="4370" y="844"/>
                </a:cubicBezTo>
                <a:cubicBezTo>
                  <a:pt x="4370" y="968"/>
                  <a:pt x="4370" y="968"/>
                  <a:pt x="4370" y="968"/>
                </a:cubicBezTo>
                <a:cubicBezTo>
                  <a:pt x="4397" y="968"/>
                  <a:pt x="4397" y="968"/>
                  <a:pt x="4397" y="968"/>
                </a:cubicBezTo>
                <a:cubicBezTo>
                  <a:pt x="4397" y="839"/>
                  <a:pt x="4397" y="839"/>
                  <a:pt x="4397" y="839"/>
                </a:cubicBezTo>
                <a:cubicBezTo>
                  <a:pt x="4397" y="792"/>
                  <a:pt x="4375" y="766"/>
                  <a:pt x="4310" y="766"/>
                </a:cubicBezTo>
                <a:close/>
                <a:moveTo>
                  <a:pt x="2899" y="766"/>
                </a:moveTo>
                <a:cubicBezTo>
                  <a:pt x="2878" y="766"/>
                  <a:pt x="2853" y="770"/>
                  <a:pt x="2827" y="777"/>
                </a:cubicBezTo>
                <a:cubicBezTo>
                  <a:pt x="2827" y="968"/>
                  <a:pt x="2827" y="968"/>
                  <a:pt x="2827" y="968"/>
                </a:cubicBezTo>
                <a:cubicBezTo>
                  <a:pt x="2854" y="968"/>
                  <a:pt x="2854" y="968"/>
                  <a:pt x="2854" y="968"/>
                </a:cubicBezTo>
                <a:cubicBezTo>
                  <a:pt x="2854" y="795"/>
                  <a:pt x="2854" y="795"/>
                  <a:pt x="2854" y="795"/>
                </a:cubicBezTo>
                <a:cubicBezTo>
                  <a:pt x="2868" y="792"/>
                  <a:pt x="2884" y="790"/>
                  <a:pt x="2898" y="790"/>
                </a:cubicBezTo>
                <a:cubicBezTo>
                  <a:pt x="2945" y="790"/>
                  <a:pt x="2959" y="808"/>
                  <a:pt x="2959" y="844"/>
                </a:cubicBezTo>
                <a:cubicBezTo>
                  <a:pt x="2959" y="968"/>
                  <a:pt x="2959" y="968"/>
                  <a:pt x="2959" y="968"/>
                </a:cubicBezTo>
                <a:cubicBezTo>
                  <a:pt x="2985" y="968"/>
                  <a:pt x="2985" y="968"/>
                  <a:pt x="2985" y="968"/>
                </a:cubicBezTo>
                <a:cubicBezTo>
                  <a:pt x="2985" y="839"/>
                  <a:pt x="2985" y="839"/>
                  <a:pt x="2985" y="839"/>
                </a:cubicBezTo>
                <a:cubicBezTo>
                  <a:pt x="2985" y="792"/>
                  <a:pt x="2964" y="766"/>
                  <a:pt x="2899" y="766"/>
                </a:cubicBezTo>
                <a:close/>
                <a:moveTo>
                  <a:pt x="4471" y="908"/>
                </a:moveTo>
                <a:cubicBezTo>
                  <a:pt x="4471" y="796"/>
                  <a:pt x="4471" y="796"/>
                  <a:pt x="4471" y="796"/>
                </a:cubicBezTo>
                <a:cubicBezTo>
                  <a:pt x="4537" y="796"/>
                  <a:pt x="4537" y="796"/>
                  <a:pt x="4537" y="796"/>
                </a:cubicBezTo>
                <a:cubicBezTo>
                  <a:pt x="4539" y="789"/>
                  <a:pt x="4540" y="781"/>
                  <a:pt x="4540" y="772"/>
                </a:cubicBezTo>
                <a:cubicBezTo>
                  <a:pt x="4471" y="772"/>
                  <a:pt x="4471" y="772"/>
                  <a:pt x="4471" y="772"/>
                </a:cubicBezTo>
                <a:cubicBezTo>
                  <a:pt x="4471" y="701"/>
                  <a:pt x="4471" y="701"/>
                  <a:pt x="4471" y="701"/>
                </a:cubicBezTo>
                <a:cubicBezTo>
                  <a:pt x="4463" y="701"/>
                  <a:pt x="4452" y="703"/>
                  <a:pt x="4444" y="705"/>
                </a:cubicBezTo>
                <a:cubicBezTo>
                  <a:pt x="4444" y="911"/>
                  <a:pt x="4444" y="911"/>
                  <a:pt x="4444" y="911"/>
                </a:cubicBezTo>
                <a:cubicBezTo>
                  <a:pt x="4444" y="954"/>
                  <a:pt x="4467" y="972"/>
                  <a:pt x="4503" y="972"/>
                </a:cubicBezTo>
                <a:cubicBezTo>
                  <a:pt x="4515" y="972"/>
                  <a:pt x="4526" y="971"/>
                  <a:pt x="4538" y="966"/>
                </a:cubicBezTo>
                <a:cubicBezTo>
                  <a:pt x="4539" y="959"/>
                  <a:pt x="4540" y="951"/>
                  <a:pt x="4541" y="943"/>
                </a:cubicBezTo>
                <a:cubicBezTo>
                  <a:pt x="4531" y="947"/>
                  <a:pt x="4519" y="950"/>
                  <a:pt x="4508" y="950"/>
                </a:cubicBezTo>
                <a:cubicBezTo>
                  <a:pt x="4484" y="950"/>
                  <a:pt x="4471" y="937"/>
                  <a:pt x="4471" y="908"/>
                </a:cubicBezTo>
                <a:close/>
                <a:moveTo>
                  <a:pt x="4767" y="830"/>
                </a:moveTo>
                <a:cubicBezTo>
                  <a:pt x="4796" y="820"/>
                  <a:pt x="4812" y="796"/>
                  <a:pt x="4812" y="769"/>
                </a:cubicBezTo>
                <a:cubicBezTo>
                  <a:pt x="4812" y="726"/>
                  <a:pt x="4784" y="699"/>
                  <a:pt x="4713" y="699"/>
                </a:cubicBezTo>
                <a:cubicBezTo>
                  <a:pt x="4691" y="699"/>
                  <a:pt x="4669" y="701"/>
                  <a:pt x="4649" y="705"/>
                </a:cubicBezTo>
                <a:cubicBezTo>
                  <a:pt x="4649" y="968"/>
                  <a:pt x="4649" y="968"/>
                  <a:pt x="4649" y="968"/>
                </a:cubicBezTo>
                <a:cubicBezTo>
                  <a:pt x="4725" y="968"/>
                  <a:pt x="4725" y="968"/>
                  <a:pt x="4725" y="968"/>
                </a:cubicBezTo>
                <a:cubicBezTo>
                  <a:pt x="4794" y="968"/>
                  <a:pt x="4824" y="940"/>
                  <a:pt x="4824" y="893"/>
                </a:cubicBezTo>
                <a:cubicBezTo>
                  <a:pt x="4824" y="860"/>
                  <a:pt x="4802" y="836"/>
                  <a:pt x="4767" y="830"/>
                </a:cubicBezTo>
                <a:close/>
                <a:moveTo>
                  <a:pt x="4675" y="726"/>
                </a:moveTo>
                <a:cubicBezTo>
                  <a:pt x="4689" y="725"/>
                  <a:pt x="4701" y="724"/>
                  <a:pt x="4713" y="724"/>
                </a:cubicBezTo>
                <a:cubicBezTo>
                  <a:pt x="4770" y="724"/>
                  <a:pt x="4785" y="744"/>
                  <a:pt x="4785" y="772"/>
                </a:cubicBezTo>
                <a:cubicBezTo>
                  <a:pt x="4785" y="799"/>
                  <a:pt x="4764" y="819"/>
                  <a:pt x="4723" y="819"/>
                </a:cubicBezTo>
                <a:cubicBezTo>
                  <a:pt x="4675" y="819"/>
                  <a:pt x="4675" y="819"/>
                  <a:pt x="4675" y="819"/>
                </a:cubicBezTo>
                <a:lnTo>
                  <a:pt x="4675" y="726"/>
                </a:lnTo>
                <a:close/>
                <a:moveTo>
                  <a:pt x="4723" y="943"/>
                </a:moveTo>
                <a:cubicBezTo>
                  <a:pt x="4675" y="943"/>
                  <a:pt x="4675" y="943"/>
                  <a:pt x="4675" y="943"/>
                </a:cubicBezTo>
                <a:cubicBezTo>
                  <a:pt x="4675" y="844"/>
                  <a:pt x="4675" y="844"/>
                  <a:pt x="4675" y="844"/>
                </a:cubicBezTo>
                <a:cubicBezTo>
                  <a:pt x="4725" y="844"/>
                  <a:pt x="4725" y="844"/>
                  <a:pt x="4725" y="844"/>
                </a:cubicBezTo>
                <a:cubicBezTo>
                  <a:pt x="4773" y="844"/>
                  <a:pt x="4797" y="863"/>
                  <a:pt x="4797" y="894"/>
                </a:cubicBezTo>
                <a:cubicBezTo>
                  <a:pt x="4797" y="927"/>
                  <a:pt x="4773" y="943"/>
                  <a:pt x="4723" y="943"/>
                </a:cubicBezTo>
                <a:close/>
                <a:moveTo>
                  <a:pt x="4115" y="766"/>
                </a:moveTo>
                <a:cubicBezTo>
                  <a:pt x="4052" y="766"/>
                  <a:pt x="4026" y="811"/>
                  <a:pt x="4026" y="868"/>
                </a:cubicBezTo>
                <a:cubicBezTo>
                  <a:pt x="4026" y="934"/>
                  <a:pt x="4060" y="972"/>
                  <a:pt x="4124" y="972"/>
                </a:cubicBezTo>
                <a:cubicBezTo>
                  <a:pt x="4146" y="972"/>
                  <a:pt x="4166" y="969"/>
                  <a:pt x="4185" y="958"/>
                </a:cubicBezTo>
                <a:cubicBezTo>
                  <a:pt x="4187" y="950"/>
                  <a:pt x="4188" y="939"/>
                  <a:pt x="4189" y="932"/>
                </a:cubicBezTo>
                <a:cubicBezTo>
                  <a:pt x="4168" y="944"/>
                  <a:pt x="4145" y="949"/>
                  <a:pt x="4125" y="949"/>
                </a:cubicBezTo>
                <a:cubicBezTo>
                  <a:pt x="4081" y="949"/>
                  <a:pt x="4057" y="924"/>
                  <a:pt x="4054" y="878"/>
                </a:cubicBezTo>
                <a:cubicBezTo>
                  <a:pt x="4195" y="878"/>
                  <a:pt x="4195" y="878"/>
                  <a:pt x="4195" y="878"/>
                </a:cubicBezTo>
                <a:cubicBezTo>
                  <a:pt x="4196" y="871"/>
                  <a:pt x="4197" y="863"/>
                  <a:pt x="4197" y="855"/>
                </a:cubicBezTo>
                <a:cubicBezTo>
                  <a:pt x="4197" y="805"/>
                  <a:pt x="4172" y="766"/>
                  <a:pt x="4115" y="766"/>
                </a:cubicBezTo>
                <a:close/>
                <a:moveTo>
                  <a:pt x="4170" y="854"/>
                </a:moveTo>
                <a:cubicBezTo>
                  <a:pt x="4054" y="854"/>
                  <a:pt x="4054" y="854"/>
                  <a:pt x="4054" y="854"/>
                </a:cubicBezTo>
                <a:cubicBezTo>
                  <a:pt x="4057" y="815"/>
                  <a:pt x="4075" y="789"/>
                  <a:pt x="4114" y="789"/>
                </a:cubicBezTo>
                <a:cubicBezTo>
                  <a:pt x="4151" y="789"/>
                  <a:pt x="4170" y="815"/>
                  <a:pt x="4170" y="853"/>
                </a:cubicBezTo>
                <a:lnTo>
                  <a:pt x="4170" y="854"/>
                </a:lnTo>
                <a:close/>
                <a:moveTo>
                  <a:pt x="2418" y="552"/>
                </a:moveTo>
                <a:cubicBezTo>
                  <a:pt x="2418" y="363"/>
                  <a:pt x="2418" y="363"/>
                  <a:pt x="2418" y="363"/>
                </a:cubicBezTo>
                <a:cubicBezTo>
                  <a:pt x="2418" y="294"/>
                  <a:pt x="2384" y="254"/>
                  <a:pt x="2281" y="254"/>
                </a:cubicBezTo>
                <a:cubicBezTo>
                  <a:pt x="2251" y="254"/>
                  <a:pt x="2207" y="260"/>
                  <a:pt x="2168" y="270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230" y="312"/>
                  <a:pt x="2230" y="312"/>
                  <a:pt x="2230" y="312"/>
                </a:cubicBezTo>
                <a:cubicBezTo>
                  <a:pt x="2247" y="309"/>
                  <a:pt x="2264" y="307"/>
                  <a:pt x="2279" y="307"/>
                </a:cubicBezTo>
                <a:cubicBezTo>
                  <a:pt x="2341" y="307"/>
                  <a:pt x="2356" y="329"/>
                  <a:pt x="2356" y="373"/>
                </a:cubicBezTo>
                <a:cubicBezTo>
                  <a:pt x="2356" y="552"/>
                  <a:pt x="2356" y="552"/>
                  <a:pt x="2356" y="552"/>
                </a:cubicBezTo>
                <a:lnTo>
                  <a:pt x="2418" y="552"/>
                </a:lnTo>
                <a:close/>
                <a:moveTo>
                  <a:pt x="5280" y="968"/>
                </a:moveTo>
                <a:cubicBezTo>
                  <a:pt x="5306" y="968"/>
                  <a:pt x="5306" y="968"/>
                  <a:pt x="5306" y="968"/>
                </a:cubicBezTo>
                <a:cubicBezTo>
                  <a:pt x="5306" y="700"/>
                  <a:pt x="5306" y="700"/>
                  <a:pt x="5306" y="700"/>
                </a:cubicBezTo>
                <a:cubicBezTo>
                  <a:pt x="5298" y="700"/>
                  <a:pt x="5288" y="701"/>
                  <a:pt x="5280" y="703"/>
                </a:cubicBezTo>
                <a:lnTo>
                  <a:pt x="5280" y="968"/>
                </a:lnTo>
                <a:close/>
                <a:moveTo>
                  <a:pt x="2222" y="766"/>
                </a:moveTo>
                <a:cubicBezTo>
                  <a:pt x="2160" y="766"/>
                  <a:pt x="2134" y="811"/>
                  <a:pt x="2134" y="868"/>
                </a:cubicBezTo>
                <a:cubicBezTo>
                  <a:pt x="2134" y="934"/>
                  <a:pt x="2168" y="972"/>
                  <a:pt x="2231" y="972"/>
                </a:cubicBezTo>
                <a:cubicBezTo>
                  <a:pt x="2253" y="972"/>
                  <a:pt x="2273" y="969"/>
                  <a:pt x="2292" y="958"/>
                </a:cubicBezTo>
                <a:cubicBezTo>
                  <a:pt x="2294" y="950"/>
                  <a:pt x="2296" y="939"/>
                  <a:pt x="2296" y="932"/>
                </a:cubicBezTo>
                <a:cubicBezTo>
                  <a:pt x="2276" y="944"/>
                  <a:pt x="2253" y="949"/>
                  <a:pt x="2232" y="949"/>
                </a:cubicBezTo>
                <a:cubicBezTo>
                  <a:pt x="2189" y="949"/>
                  <a:pt x="2165" y="924"/>
                  <a:pt x="2161" y="878"/>
                </a:cubicBezTo>
                <a:cubicBezTo>
                  <a:pt x="2303" y="878"/>
                  <a:pt x="2303" y="878"/>
                  <a:pt x="2303" y="878"/>
                </a:cubicBezTo>
                <a:cubicBezTo>
                  <a:pt x="2304" y="871"/>
                  <a:pt x="2304" y="863"/>
                  <a:pt x="2304" y="855"/>
                </a:cubicBezTo>
                <a:cubicBezTo>
                  <a:pt x="2304" y="805"/>
                  <a:pt x="2280" y="766"/>
                  <a:pt x="2222" y="766"/>
                </a:cubicBezTo>
                <a:close/>
                <a:moveTo>
                  <a:pt x="2277" y="854"/>
                </a:moveTo>
                <a:cubicBezTo>
                  <a:pt x="2161" y="854"/>
                  <a:pt x="2161" y="854"/>
                  <a:pt x="2161" y="854"/>
                </a:cubicBezTo>
                <a:cubicBezTo>
                  <a:pt x="2164" y="815"/>
                  <a:pt x="2183" y="789"/>
                  <a:pt x="2221" y="789"/>
                </a:cubicBezTo>
                <a:cubicBezTo>
                  <a:pt x="2259" y="789"/>
                  <a:pt x="2277" y="815"/>
                  <a:pt x="2277" y="853"/>
                </a:cubicBezTo>
                <a:lnTo>
                  <a:pt x="2277" y="854"/>
                </a:lnTo>
                <a:close/>
                <a:moveTo>
                  <a:pt x="2049" y="908"/>
                </a:moveTo>
                <a:cubicBezTo>
                  <a:pt x="2049" y="796"/>
                  <a:pt x="2049" y="796"/>
                  <a:pt x="2049" y="796"/>
                </a:cubicBezTo>
                <a:cubicBezTo>
                  <a:pt x="2116" y="796"/>
                  <a:pt x="2116" y="796"/>
                  <a:pt x="2116" y="796"/>
                </a:cubicBezTo>
                <a:cubicBezTo>
                  <a:pt x="2117" y="789"/>
                  <a:pt x="2118" y="781"/>
                  <a:pt x="2118" y="772"/>
                </a:cubicBezTo>
                <a:cubicBezTo>
                  <a:pt x="2049" y="772"/>
                  <a:pt x="2049" y="772"/>
                  <a:pt x="2049" y="772"/>
                </a:cubicBezTo>
                <a:cubicBezTo>
                  <a:pt x="2049" y="701"/>
                  <a:pt x="2049" y="701"/>
                  <a:pt x="2049" y="701"/>
                </a:cubicBezTo>
                <a:cubicBezTo>
                  <a:pt x="2041" y="701"/>
                  <a:pt x="2030" y="703"/>
                  <a:pt x="2022" y="705"/>
                </a:cubicBezTo>
                <a:cubicBezTo>
                  <a:pt x="2022" y="911"/>
                  <a:pt x="2022" y="911"/>
                  <a:pt x="2022" y="911"/>
                </a:cubicBezTo>
                <a:cubicBezTo>
                  <a:pt x="2022" y="954"/>
                  <a:pt x="2045" y="972"/>
                  <a:pt x="2082" y="972"/>
                </a:cubicBezTo>
                <a:cubicBezTo>
                  <a:pt x="2094" y="972"/>
                  <a:pt x="2105" y="971"/>
                  <a:pt x="2116" y="966"/>
                </a:cubicBezTo>
                <a:cubicBezTo>
                  <a:pt x="2118" y="959"/>
                  <a:pt x="2119" y="951"/>
                  <a:pt x="2119" y="943"/>
                </a:cubicBezTo>
                <a:cubicBezTo>
                  <a:pt x="2109" y="947"/>
                  <a:pt x="2097" y="950"/>
                  <a:pt x="2086" y="950"/>
                </a:cubicBezTo>
                <a:cubicBezTo>
                  <a:pt x="2063" y="950"/>
                  <a:pt x="2049" y="937"/>
                  <a:pt x="2049" y="908"/>
                </a:cubicBezTo>
                <a:close/>
                <a:moveTo>
                  <a:pt x="5431" y="771"/>
                </a:moveTo>
                <a:cubicBezTo>
                  <a:pt x="5399" y="771"/>
                  <a:pt x="5399" y="771"/>
                  <a:pt x="5399" y="771"/>
                </a:cubicBezTo>
                <a:cubicBezTo>
                  <a:pt x="5316" y="860"/>
                  <a:pt x="5316" y="860"/>
                  <a:pt x="5316" y="860"/>
                </a:cubicBezTo>
                <a:cubicBezTo>
                  <a:pt x="5316" y="862"/>
                  <a:pt x="5316" y="862"/>
                  <a:pt x="5316" y="862"/>
                </a:cubicBezTo>
                <a:cubicBezTo>
                  <a:pt x="5404" y="968"/>
                  <a:pt x="5404" y="968"/>
                  <a:pt x="5404" y="968"/>
                </a:cubicBezTo>
                <a:cubicBezTo>
                  <a:pt x="5437" y="968"/>
                  <a:pt x="5437" y="968"/>
                  <a:pt x="5437" y="968"/>
                </a:cubicBezTo>
                <a:cubicBezTo>
                  <a:pt x="5348" y="861"/>
                  <a:pt x="5348" y="861"/>
                  <a:pt x="5348" y="861"/>
                </a:cubicBezTo>
                <a:lnTo>
                  <a:pt x="5431" y="771"/>
                </a:lnTo>
                <a:close/>
                <a:moveTo>
                  <a:pt x="4854" y="871"/>
                </a:moveTo>
                <a:cubicBezTo>
                  <a:pt x="4854" y="936"/>
                  <a:pt x="4888" y="972"/>
                  <a:pt x="4942" y="972"/>
                </a:cubicBezTo>
                <a:cubicBezTo>
                  <a:pt x="4964" y="972"/>
                  <a:pt x="4981" y="964"/>
                  <a:pt x="4994" y="953"/>
                </a:cubicBezTo>
                <a:cubicBezTo>
                  <a:pt x="4995" y="968"/>
                  <a:pt x="4995" y="968"/>
                  <a:pt x="4995" y="968"/>
                </a:cubicBezTo>
                <a:cubicBezTo>
                  <a:pt x="5020" y="968"/>
                  <a:pt x="5020" y="968"/>
                  <a:pt x="5020" y="968"/>
                </a:cubicBezTo>
                <a:cubicBezTo>
                  <a:pt x="5020" y="777"/>
                  <a:pt x="5020" y="777"/>
                  <a:pt x="5020" y="777"/>
                </a:cubicBezTo>
                <a:cubicBezTo>
                  <a:pt x="5000" y="769"/>
                  <a:pt x="4980" y="766"/>
                  <a:pt x="4956" y="766"/>
                </a:cubicBezTo>
                <a:cubicBezTo>
                  <a:pt x="4888" y="766"/>
                  <a:pt x="4854" y="804"/>
                  <a:pt x="4854" y="871"/>
                </a:cubicBezTo>
                <a:close/>
                <a:moveTo>
                  <a:pt x="4993" y="931"/>
                </a:moveTo>
                <a:cubicBezTo>
                  <a:pt x="4981" y="943"/>
                  <a:pt x="4964" y="950"/>
                  <a:pt x="4945" y="950"/>
                </a:cubicBezTo>
                <a:cubicBezTo>
                  <a:pt x="4903" y="950"/>
                  <a:pt x="4882" y="920"/>
                  <a:pt x="4882" y="871"/>
                </a:cubicBezTo>
                <a:cubicBezTo>
                  <a:pt x="4882" y="820"/>
                  <a:pt x="4905" y="790"/>
                  <a:pt x="4956" y="790"/>
                </a:cubicBezTo>
                <a:cubicBezTo>
                  <a:pt x="4970" y="790"/>
                  <a:pt x="4982" y="791"/>
                  <a:pt x="4993" y="794"/>
                </a:cubicBezTo>
                <a:lnTo>
                  <a:pt x="4993" y="931"/>
                </a:lnTo>
                <a:close/>
                <a:moveTo>
                  <a:pt x="2619" y="810"/>
                </a:moveTo>
                <a:cubicBezTo>
                  <a:pt x="2612" y="810"/>
                  <a:pt x="2603" y="810"/>
                  <a:pt x="2594" y="813"/>
                </a:cubicBezTo>
                <a:cubicBezTo>
                  <a:pt x="2590" y="844"/>
                  <a:pt x="2582" y="875"/>
                  <a:pt x="2568" y="900"/>
                </a:cubicBezTo>
                <a:cubicBezTo>
                  <a:pt x="2479" y="818"/>
                  <a:pt x="2479" y="818"/>
                  <a:pt x="2479" y="818"/>
                </a:cubicBezTo>
                <a:cubicBezTo>
                  <a:pt x="2461" y="801"/>
                  <a:pt x="2449" y="783"/>
                  <a:pt x="2449" y="765"/>
                </a:cubicBezTo>
                <a:cubicBezTo>
                  <a:pt x="2449" y="739"/>
                  <a:pt x="2466" y="722"/>
                  <a:pt x="2505" y="722"/>
                </a:cubicBezTo>
                <a:cubicBezTo>
                  <a:pt x="2527" y="722"/>
                  <a:pt x="2546" y="726"/>
                  <a:pt x="2563" y="734"/>
                </a:cubicBezTo>
                <a:cubicBezTo>
                  <a:pt x="2566" y="728"/>
                  <a:pt x="2568" y="720"/>
                  <a:pt x="2568" y="710"/>
                </a:cubicBezTo>
                <a:cubicBezTo>
                  <a:pt x="2546" y="702"/>
                  <a:pt x="2525" y="698"/>
                  <a:pt x="2502" y="698"/>
                </a:cubicBezTo>
                <a:cubicBezTo>
                  <a:pt x="2448" y="698"/>
                  <a:pt x="2421" y="726"/>
                  <a:pt x="2421" y="763"/>
                </a:cubicBezTo>
                <a:cubicBezTo>
                  <a:pt x="2421" y="788"/>
                  <a:pt x="2432" y="805"/>
                  <a:pt x="2448" y="823"/>
                </a:cubicBezTo>
                <a:cubicBezTo>
                  <a:pt x="2409" y="836"/>
                  <a:pt x="2390" y="863"/>
                  <a:pt x="2390" y="897"/>
                </a:cubicBezTo>
                <a:cubicBezTo>
                  <a:pt x="2390" y="946"/>
                  <a:pt x="2429" y="973"/>
                  <a:pt x="2484" y="973"/>
                </a:cubicBezTo>
                <a:cubicBezTo>
                  <a:pt x="2522" y="973"/>
                  <a:pt x="2550" y="959"/>
                  <a:pt x="2571" y="937"/>
                </a:cubicBezTo>
                <a:cubicBezTo>
                  <a:pt x="2605" y="968"/>
                  <a:pt x="2605" y="968"/>
                  <a:pt x="2605" y="968"/>
                </a:cubicBezTo>
                <a:cubicBezTo>
                  <a:pt x="2641" y="968"/>
                  <a:pt x="2641" y="968"/>
                  <a:pt x="2641" y="968"/>
                </a:cubicBezTo>
                <a:cubicBezTo>
                  <a:pt x="2587" y="917"/>
                  <a:pt x="2587" y="917"/>
                  <a:pt x="2587" y="917"/>
                </a:cubicBezTo>
                <a:cubicBezTo>
                  <a:pt x="2607" y="887"/>
                  <a:pt x="2617" y="847"/>
                  <a:pt x="2619" y="810"/>
                </a:cubicBezTo>
                <a:close/>
                <a:moveTo>
                  <a:pt x="2484" y="949"/>
                </a:moveTo>
                <a:cubicBezTo>
                  <a:pt x="2442" y="949"/>
                  <a:pt x="2418" y="927"/>
                  <a:pt x="2418" y="895"/>
                </a:cubicBezTo>
                <a:cubicBezTo>
                  <a:pt x="2418" y="867"/>
                  <a:pt x="2434" y="848"/>
                  <a:pt x="2466" y="840"/>
                </a:cubicBezTo>
                <a:cubicBezTo>
                  <a:pt x="2554" y="920"/>
                  <a:pt x="2554" y="920"/>
                  <a:pt x="2554" y="920"/>
                </a:cubicBezTo>
                <a:cubicBezTo>
                  <a:pt x="2537" y="938"/>
                  <a:pt x="2515" y="949"/>
                  <a:pt x="2484" y="949"/>
                </a:cubicBezTo>
                <a:close/>
                <a:moveTo>
                  <a:pt x="3029" y="541"/>
                </a:moveTo>
                <a:cubicBezTo>
                  <a:pt x="3033" y="522"/>
                  <a:pt x="3036" y="501"/>
                  <a:pt x="3038" y="484"/>
                </a:cubicBezTo>
                <a:cubicBezTo>
                  <a:pt x="3007" y="499"/>
                  <a:pt x="2973" y="506"/>
                  <a:pt x="2939" y="506"/>
                </a:cubicBezTo>
                <a:cubicBezTo>
                  <a:pt x="2884" y="506"/>
                  <a:pt x="2854" y="482"/>
                  <a:pt x="2847" y="431"/>
                </a:cubicBezTo>
                <a:cubicBezTo>
                  <a:pt x="3045" y="431"/>
                  <a:pt x="3045" y="431"/>
                  <a:pt x="3045" y="431"/>
                </a:cubicBezTo>
                <a:cubicBezTo>
                  <a:pt x="3047" y="415"/>
                  <a:pt x="3048" y="401"/>
                  <a:pt x="3048" y="383"/>
                </a:cubicBezTo>
                <a:cubicBezTo>
                  <a:pt x="3048" y="312"/>
                  <a:pt x="3010" y="254"/>
                  <a:pt x="2921" y="254"/>
                </a:cubicBezTo>
                <a:cubicBezTo>
                  <a:pt x="2822" y="254"/>
                  <a:pt x="2783" y="321"/>
                  <a:pt x="2783" y="405"/>
                </a:cubicBezTo>
                <a:cubicBezTo>
                  <a:pt x="2783" y="501"/>
                  <a:pt x="2834" y="559"/>
                  <a:pt x="2937" y="559"/>
                </a:cubicBezTo>
                <a:cubicBezTo>
                  <a:pt x="2971" y="559"/>
                  <a:pt x="3001" y="554"/>
                  <a:pt x="3029" y="541"/>
                </a:cubicBezTo>
                <a:close/>
                <a:moveTo>
                  <a:pt x="2918" y="306"/>
                </a:moveTo>
                <a:cubicBezTo>
                  <a:pt x="2961" y="306"/>
                  <a:pt x="2985" y="333"/>
                  <a:pt x="2985" y="380"/>
                </a:cubicBezTo>
                <a:cubicBezTo>
                  <a:pt x="2845" y="380"/>
                  <a:pt x="2845" y="380"/>
                  <a:pt x="2845" y="380"/>
                </a:cubicBezTo>
                <a:cubicBezTo>
                  <a:pt x="2851" y="332"/>
                  <a:pt x="2874" y="306"/>
                  <a:pt x="2918" y="306"/>
                </a:cubicBezTo>
                <a:close/>
                <a:moveTo>
                  <a:pt x="2671" y="259"/>
                </a:moveTo>
                <a:cubicBezTo>
                  <a:pt x="2656" y="256"/>
                  <a:pt x="2641" y="254"/>
                  <a:pt x="2625" y="254"/>
                </a:cubicBezTo>
                <a:cubicBezTo>
                  <a:pt x="2520" y="254"/>
                  <a:pt x="2467" y="311"/>
                  <a:pt x="2467" y="410"/>
                </a:cubicBezTo>
                <a:cubicBezTo>
                  <a:pt x="2467" y="505"/>
                  <a:pt x="2517" y="559"/>
                  <a:pt x="2592" y="559"/>
                </a:cubicBezTo>
                <a:cubicBezTo>
                  <a:pt x="2632" y="559"/>
                  <a:pt x="2656" y="543"/>
                  <a:pt x="2672" y="516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733" y="552"/>
                  <a:pt x="2733" y="552"/>
                  <a:pt x="2733" y="552"/>
                </a:cubicBezTo>
                <a:cubicBezTo>
                  <a:pt x="2733" y="157"/>
                  <a:pt x="2733" y="157"/>
                  <a:pt x="2733" y="157"/>
                </a:cubicBezTo>
                <a:cubicBezTo>
                  <a:pt x="2712" y="157"/>
                  <a:pt x="2690" y="159"/>
                  <a:pt x="2671" y="166"/>
                </a:cubicBezTo>
                <a:lnTo>
                  <a:pt x="2671" y="259"/>
                </a:lnTo>
                <a:close/>
                <a:moveTo>
                  <a:pt x="2671" y="487"/>
                </a:moveTo>
                <a:cubicBezTo>
                  <a:pt x="2654" y="500"/>
                  <a:pt x="2634" y="508"/>
                  <a:pt x="2609" y="508"/>
                </a:cubicBezTo>
                <a:cubicBezTo>
                  <a:pt x="2554" y="508"/>
                  <a:pt x="2531" y="468"/>
                  <a:pt x="2531" y="410"/>
                </a:cubicBezTo>
                <a:cubicBezTo>
                  <a:pt x="2531" y="346"/>
                  <a:pt x="2560" y="307"/>
                  <a:pt x="2621" y="307"/>
                </a:cubicBezTo>
                <a:cubicBezTo>
                  <a:pt x="2638" y="307"/>
                  <a:pt x="2655" y="310"/>
                  <a:pt x="2671" y="313"/>
                </a:cubicBezTo>
                <a:lnTo>
                  <a:pt x="2671" y="487"/>
                </a:lnTo>
                <a:close/>
                <a:moveTo>
                  <a:pt x="5144" y="766"/>
                </a:moveTo>
                <a:cubicBezTo>
                  <a:pt x="5122" y="766"/>
                  <a:pt x="5097" y="770"/>
                  <a:pt x="5072" y="777"/>
                </a:cubicBezTo>
                <a:cubicBezTo>
                  <a:pt x="5072" y="968"/>
                  <a:pt x="5072" y="968"/>
                  <a:pt x="5072" y="968"/>
                </a:cubicBezTo>
                <a:cubicBezTo>
                  <a:pt x="5099" y="968"/>
                  <a:pt x="5099" y="968"/>
                  <a:pt x="5099" y="968"/>
                </a:cubicBezTo>
                <a:cubicBezTo>
                  <a:pt x="5099" y="795"/>
                  <a:pt x="5099" y="795"/>
                  <a:pt x="5099" y="795"/>
                </a:cubicBezTo>
                <a:cubicBezTo>
                  <a:pt x="5113" y="792"/>
                  <a:pt x="5129" y="790"/>
                  <a:pt x="5143" y="790"/>
                </a:cubicBezTo>
                <a:cubicBezTo>
                  <a:pt x="5190" y="790"/>
                  <a:pt x="5203" y="808"/>
                  <a:pt x="5203" y="844"/>
                </a:cubicBezTo>
                <a:cubicBezTo>
                  <a:pt x="5203" y="968"/>
                  <a:pt x="5203" y="968"/>
                  <a:pt x="5203" y="968"/>
                </a:cubicBezTo>
                <a:cubicBezTo>
                  <a:pt x="5230" y="968"/>
                  <a:pt x="5230" y="968"/>
                  <a:pt x="5230" y="968"/>
                </a:cubicBezTo>
                <a:cubicBezTo>
                  <a:pt x="5230" y="839"/>
                  <a:pt x="5230" y="839"/>
                  <a:pt x="5230" y="839"/>
                </a:cubicBezTo>
                <a:cubicBezTo>
                  <a:pt x="5230" y="792"/>
                  <a:pt x="5208" y="766"/>
                  <a:pt x="5144" y="7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713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ol de Vers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380146" y="520080"/>
            <a:ext cx="4039888" cy="707886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r>
              <a:rPr lang="es-ES" sz="4000" noProof="0">
                <a:solidFill>
                  <a:schemeClr val="accent1"/>
                </a:solidFill>
                <a:latin typeface="Arial Narrow" panose="020B0606020202030204" pitchFamily="34" charset="0"/>
              </a:rPr>
              <a:t>Version control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3" y="6260400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7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>
            <a:off x="380146" y="520080"/>
            <a:ext cx="130676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s-ES" sz="4000" noProof="0">
                <a:solidFill>
                  <a:schemeClr val="accent1"/>
                </a:solidFill>
                <a:latin typeface="Arial Narrow" panose="020B0606020202030204" pitchFamily="34" charset="0"/>
              </a:rPr>
              <a:t>Index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3" y="6260400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adroTexto 11"/>
          <p:cNvSpPr txBox="1"/>
          <p:nvPr userDrawn="1"/>
        </p:nvSpPr>
        <p:spPr>
          <a:xfrm>
            <a:off x="5373255" y="1649868"/>
            <a:ext cx="1459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aseline="0" noProof="0">
                <a:solidFill>
                  <a:schemeClr val="tx1"/>
                </a:solidFill>
                <a:latin typeface="Arial Narrow" panose="020B0606020202030204" pitchFamily="34" charset="0"/>
              </a:rPr>
              <a:t>Project status</a:t>
            </a:r>
          </a:p>
        </p:txBody>
      </p:sp>
      <p:cxnSp>
        <p:nvCxnSpPr>
          <p:cNvPr id="40" name="Conector recto 12"/>
          <p:cNvCxnSpPr/>
          <p:nvPr userDrawn="1"/>
        </p:nvCxnSpPr>
        <p:spPr>
          <a:xfrm>
            <a:off x="5259173" y="1561923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41" name="CuadroTexto 13"/>
          <p:cNvSpPr txBox="1"/>
          <p:nvPr userDrawn="1"/>
        </p:nvSpPr>
        <p:spPr>
          <a:xfrm>
            <a:off x="5373255" y="2539697"/>
            <a:ext cx="2218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>
                <a:solidFill>
                  <a:schemeClr val="tx1"/>
                </a:solidFill>
                <a:latin typeface="Arial Narrow" panose="020B0606020202030204" pitchFamily="34" charset="0"/>
              </a:rPr>
              <a:t>Open points and risks</a:t>
            </a:r>
          </a:p>
        </p:txBody>
      </p:sp>
      <p:cxnSp>
        <p:nvCxnSpPr>
          <p:cNvPr id="42" name="Conector recto 14"/>
          <p:cNvCxnSpPr/>
          <p:nvPr userDrawn="1"/>
        </p:nvCxnSpPr>
        <p:spPr>
          <a:xfrm>
            <a:off x="5259173" y="2451752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grpSp>
        <p:nvGrpSpPr>
          <p:cNvPr id="43" name="Grupo 46"/>
          <p:cNvGrpSpPr/>
          <p:nvPr userDrawn="1"/>
        </p:nvGrpSpPr>
        <p:grpSpPr>
          <a:xfrm>
            <a:off x="4627386" y="1655330"/>
            <a:ext cx="394734" cy="394917"/>
            <a:chOff x="4638247" y="3407289"/>
            <a:chExt cx="394734" cy="394917"/>
          </a:xfrm>
        </p:grpSpPr>
        <p:sp>
          <p:nvSpPr>
            <p:cNvPr id="44" name="AutoShape 16"/>
            <p:cNvSpPr>
              <a:spLocks/>
            </p:cNvSpPr>
            <p:nvPr/>
          </p:nvSpPr>
          <p:spPr bwMode="auto">
            <a:xfrm>
              <a:off x="4638247" y="3407289"/>
              <a:ext cx="394734" cy="394917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250" y="19800"/>
                  </a:moveTo>
                  <a:cubicBezTo>
                    <a:pt x="20250" y="20048"/>
                    <a:pt x="20048" y="20250"/>
                    <a:pt x="19800" y="20250"/>
                  </a:cubicBezTo>
                  <a:lnTo>
                    <a:pt x="1800" y="20250"/>
                  </a:lnTo>
                  <a:cubicBezTo>
                    <a:pt x="1552" y="20250"/>
                    <a:pt x="1350" y="20048"/>
                    <a:pt x="1350" y="19800"/>
                  </a:cubicBezTo>
                  <a:lnTo>
                    <a:pt x="1350" y="3825"/>
                  </a:lnTo>
                  <a:cubicBezTo>
                    <a:pt x="1350" y="3577"/>
                    <a:pt x="1552" y="3375"/>
                    <a:pt x="1800" y="3375"/>
                  </a:cubicBezTo>
                  <a:lnTo>
                    <a:pt x="4725" y="3375"/>
                  </a:lnTo>
                  <a:lnTo>
                    <a:pt x="4725" y="4725"/>
                  </a:lnTo>
                  <a:cubicBezTo>
                    <a:pt x="4725" y="5098"/>
                    <a:pt x="5028" y="5400"/>
                    <a:pt x="5400" y="5400"/>
                  </a:cubicBezTo>
                  <a:cubicBezTo>
                    <a:pt x="5772" y="5400"/>
                    <a:pt x="6075" y="5098"/>
                    <a:pt x="6075" y="4725"/>
                  </a:cubicBezTo>
                  <a:lnTo>
                    <a:pt x="6075" y="3375"/>
                  </a:lnTo>
                  <a:lnTo>
                    <a:pt x="10125" y="3375"/>
                  </a:lnTo>
                  <a:lnTo>
                    <a:pt x="10125" y="4725"/>
                  </a:lnTo>
                  <a:cubicBezTo>
                    <a:pt x="10125" y="5098"/>
                    <a:pt x="10428" y="5400"/>
                    <a:pt x="10800" y="5400"/>
                  </a:cubicBezTo>
                  <a:cubicBezTo>
                    <a:pt x="11172" y="5400"/>
                    <a:pt x="11475" y="5098"/>
                    <a:pt x="11475" y="4725"/>
                  </a:cubicBezTo>
                  <a:lnTo>
                    <a:pt x="11475" y="3375"/>
                  </a:lnTo>
                  <a:lnTo>
                    <a:pt x="15525" y="3375"/>
                  </a:lnTo>
                  <a:lnTo>
                    <a:pt x="15525" y="4725"/>
                  </a:lnTo>
                  <a:cubicBezTo>
                    <a:pt x="15525" y="5098"/>
                    <a:pt x="15828" y="5400"/>
                    <a:pt x="16200" y="5400"/>
                  </a:cubicBezTo>
                  <a:cubicBezTo>
                    <a:pt x="16572" y="5400"/>
                    <a:pt x="16875" y="5098"/>
                    <a:pt x="16875" y="4725"/>
                  </a:cubicBezTo>
                  <a:lnTo>
                    <a:pt x="16875" y="3375"/>
                  </a:lnTo>
                  <a:lnTo>
                    <a:pt x="19800" y="3375"/>
                  </a:lnTo>
                  <a:cubicBezTo>
                    <a:pt x="20048" y="3375"/>
                    <a:pt x="20250" y="3577"/>
                    <a:pt x="20250" y="3825"/>
                  </a:cubicBezTo>
                  <a:cubicBezTo>
                    <a:pt x="20250" y="3825"/>
                    <a:pt x="20250" y="19800"/>
                    <a:pt x="20250" y="19800"/>
                  </a:cubicBezTo>
                  <a:close/>
                  <a:moveTo>
                    <a:pt x="19800" y="2025"/>
                  </a:moveTo>
                  <a:lnTo>
                    <a:pt x="16875" y="2025"/>
                  </a:lnTo>
                  <a:lnTo>
                    <a:pt x="16875" y="675"/>
                  </a:lnTo>
                  <a:cubicBezTo>
                    <a:pt x="16875" y="302"/>
                    <a:pt x="16572" y="0"/>
                    <a:pt x="16200" y="0"/>
                  </a:cubicBezTo>
                  <a:cubicBezTo>
                    <a:pt x="15828" y="0"/>
                    <a:pt x="15525" y="302"/>
                    <a:pt x="15525" y="675"/>
                  </a:cubicBezTo>
                  <a:lnTo>
                    <a:pt x="15525" y="2025"/>
                  </a:lnTo>
                  <a:lnTo>
                    <a:pt x="11475" y="2025"/>
                  </a:lnTo>
                  <a:lnTo>
                    <a:pt x="11475" y="675"/>
                  </a:lnTo>
                  <a:cubicBezTo>
                    <a:pt x="11475" y="302"/>
                    <a:pt x="11172" y="0"/>
                    <a:pt x="10800" y="0"/>
                  </a:cubicBezTo>
                  <a:cubicBezTo>
                    <a:pt x="10428" y="0"/>
                    <a:pt x="10125" y="302"/>
                    <a:pt x="10125" y="675"/>
                  </a:cubicBezTo>
                  <a:lnTo>
                    <a:pt x="10125" y="2025"/>
                  </a:lnTo>
                  <a:lnTo>
                    <a:pt x="6075" y="2025"/>
                  </a:lnTo>
                  <a:lnTo>
                    <a:pt x="6075" y="675"/>
                  </a:lnTo>
                  <a:cubicBezTo>
                    <a:pt x="6075" y="302"/>
                    <a:pt x="5772" y="0"/>
                    <a:pt x="5400" y="0"/>
                  </a:cubicBezTo>
                  <a:cubicBezTo>
                    <a:pt x="5028" y="0"/>
                    <a:pt x="4725" y="302"/>
                    <a:pt x="4725" y="675"/>
                  </a:cubicBezTo>
                  <a:lnTo>
                    <a:pt x="4725" y="2025"/>
                  </a:lnTo>
                  <a:lnTo>
                    <a:pt x="1800" y="2025"/>
                  </a:lnTo>
                  <a:cubicBezTo>
                    <a:pt x="806" y="2025"/>
                    <a:pt x="0" y="2831"/>
                    <a:pt x="0" y="3825"/>
                  </a:cubicBezTo>
                  <a:lnTo>
                    <a:pt x="0" y="19800"/>
                  </a:lnTo>
                  <a:cubicBezTo>
                    <a:pt x="0" y="20794"/>
                    <a:pt x="806" y="21600"/>
                    <a:pt x="1800" y="21600"/>
                  </a:cubicBezTo>
                  <a:lnTo>
                    <a:pt x="19800" y="21600"/>
                  </a:lnTo>
                  <a:cubicBezTo>
                    <a:pt x="20794" y="21600"/>
                    <a:pt x="21600" y="20794"/>
                    <a:pt x="21600" y="19800"/>
                  </a:cubicBezTo>
                  <a:lnTo>
                    <a:pt x="21600" y="3825"/>
                  </a:lnTo>
                  <a:cubicBezTo>
                    <a:pt x="21600" y="2831"/>
                    <a:pt x="20794" y="2025"/>
                    <a:pt x="19800" y="202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45" name="AutoShape 17"/>
            <p:cNvSpPr>
              <a:spLocks/>
            </p:cNvSpPr>
            <p:nvPr/>
          </p:nvSpPr>
          <p:spPr bwMode="auto">
            <a:xfrm>
              <a:off x="4724713" y="3554912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46" name="AutoShape 18"/>
            <p:cNvSpPr>
              <a:spLocks/>
            </p:cNvSpPr>
            <p:nvPr/>
          </p:nvSpPr>
          <p:spPr bwMode="auto">
            <a:xfrm>
              <a:off x="4724713" y="3616971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63" name="AutoShape 19"/>
            <p:cNvSpPr>
              <a:spLocks/>
            </p:cNvSpPr>
            <p:nvPr/>
          </p:nvSpPr>
          <p:spPr bwMode="auto">
            <a:xfrm>
              <a:off x="4724713" y="3679029"/>
              <a:ext cx="49812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64" name="AutoShape 20"/>
            <p:cNvSpPr>
              <a:spLocks/>
            </p:cNvSpPr>
            <p:nvPr/>
          </p:nvSpPr>
          <p:spPr bwMode="auto">
            <a:xfrm>
              <a:off x="4811178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65" name="AutoShape 21"/>
            <p:cNvSpPr>
              <a:spLocks/>
            </p:cNvSpPr>
            <p:nvPr/>
          </p:nvSpPr>
          <p:spPr bwMode="auto">
            <a:xfrm>
              <a:off x="4811178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66" name="AutoShape 22"/>
            <p:cNvSpPr>
              <a:spLocks/>
            </p:cNvSpPr>
            <p:nvPr/>
          </p:nvSpPr>
          <p:spPr bwMode="auto">
            <a:xfrm>
              <a:off x="4811178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67" name="AutoShape 23"/>
            <p:cNvSpPr>
              <a:spLocks/>
            </p:cNvSpPr>
            <p:nvPr/>
          </p:nvSpPr>
          <p:spPr bwMode="auto">
            <a:xfrm>
              <a:off x="4897644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68" name="AutoShape 24"/>
            <p:cNvSpPr>
              <a:spLocks/>
            </p:cNvSpPr>
            <p:nvPr/>
          </p:nvSpPr>
          <p:spPr bwMode="auto">
            <a:xfrm>
              <a:off x="4897644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69" name="AutoShape 25"/>
            <p:cNvSpPr>
              <a:spLocks/>
            </p:cNvSpPr>
            <p:nvPr/>
          </p:nvSpPr>
          <p:spPr bwMode="auto">
            <a:xfrm>
              <a:off x="4897644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</p:grpSp>
      <p:sp>
        <p:nvSpPr>
          <p:cNvPr id="70" name="Shape 167"/>
          <p:cNvSpPr/>
          <p:nvPr userDrawn="1"/>
        </p:nvSpPr>
        <p:spPr>
          <a:xfrm>
            <a:off x="4644691" y="2499339"/>
            <a:ext cx="360124" cy="480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5400"/>
                </a:moveTo>
                <a:cubicBezTo>
                  <a:pt x="9309" y="5400"/>
                  <a:pt x="8100" y="6306"/>
                  <a:pt x="8100" y="7425"/>
                </a:cubicBezTo>
                <a:cubicBezTo>
                  <a:pt x="8100" y="8543"/>
                  <a:pt x="9309" y="9450"/>
                  <a:pt x="10800" y="9450"/>
                </a:cubicBezTo>
                <a:cubicBezTo>
                  <a:pt x="12291" y="9450"/>
                  <a:pt x="13500" y="8543"/>
                  <a:pt x="13500" y="7425"/>
                </a:cubicBezTo>
                <a:cubicBezTo>
                  <a:pt x="13500" y="6306"/>
                  <a:pt x="12291" y="5400"/>
                  <a:pt x="10800" y="5400"/>
                </a:cubicBezTo>
                <a:close/>
                <a:moveTo>
                  <a:pt x="10800" y="10800"/>
                </a:moveTo>
                <a:cubicBezTo>
                  <a:pt x="8315" y="10800"/>
                  <a:pt x="6300" y="9289"/>
                  <a:pt x="6300" y="7425"/>
                </a:cubicBezTo>
                <a:cubicBezTo>
                  <a:pt x="6300" y="5561"/>
                  <a:pt x="8315" y="4050"/>
                  <a:pt x="10800" y="4050"/>
                </a:cubicBezTo>
                <a:cubicBezTo>
                  <a:pt x="13285" y="4050"/>
                  <a:pt x="15300" y="5561"/>
                  <a:pt x="15300" y="7425"/>
                </a:cubicBezTo>
                <a:cubicBezTo>
                  <a:pt x="15300" y="9289"/>
                  <a:pt x="13285" y="10800"/>
                  <a:pt x="10800" y="10800"/>
                </a:cubicBezTo>
                <a:close/>
                <a:moveTo>
                  <a:pt x="10800" y="1350"/>
                </a:moveTo>
                <a:cubicBezTo>
                  <a:pt x="5830" y="1350"/>
                  <a:pt x="1800" y="4410"/>
                  <a:pt x="1800" y="8184"/>
                </a:cubicBezTo>
                <a:cubicBezTo>
                  <a:pt x="1800" y="11959"/>
                  <a:pt x="10800" y="19575"/>
                  <a:pt x="10800" y="19575"/>
                </a:cubicBezTo>
                <a:cubicBezTo>
                  <a:pt x="10800" y="19575"/>
                  <a:pt x="19800" y="11959"/>
                  <a:pt x="19800" y="8184"/>
                </a:cubicBezTo>
                <a:cubicBezTo>
                  <a:pt x="19800" y="4410"/>
                  <a:pt x="15771" y="1350"/>
                  <a:pt x="10800" y="1350"/>
                </a:cubicBezTo>
                <a:close/>
                <a:moveTo>
                  <a:pt x="10800" y="21600"/>
                </a:moveTo>
                <a:cubicBezTo>
                  <a:pt x="10800" y="21600"/>
                  <a:pt x="0" y="12573"/>
                  <a:pt x="0" y="8100"/>
                </a:cubicBezTo>
                <a:cubicBezTo>
                  <a:pt x="0" y="3626"/>
                  <a:pt x="4835" y="0"/>
                  <a:pt x="10800" y="0"/>
                </a:cubicBezTo>
                <a:cubicBezTo>
                  <a:pt x="16765" y="0"/>
                  <a:pt x="21600" y="3626"/>
                  <a:pt x="21600" y="8100"/>
                </a:cubicBezTo>
                <a:cubicBezTo>
                  <a:pt x="21600" y="12573"/>
                  <a:pt x="10800" y="21600"/>
                  <a:pt x="108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 lang="en-US" noProof="0"/>
          </a:p>
        </p:txBody>
      </p:sp>
      <p:sp>
        <p:nvSpPr>
          <p:cNvPr id="76" name="CuadroTexto 9"/>
          <p:cNvSpPr txBox="1"/>
          <p:nvPr userDrawn="1"/>
        </p:nvSpPr>
        <p:spPr>
          <a:xfrm>
            <a:off x="5373255" y="3417109"/>
            <a:ext cx="25458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>
              <a:defRPr sz="2000"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noProof="0"/>
              <a:t>Last and next week tasks</a:t>
            </a:r>
          </a:p>
        </p:txBody>
      </p:sp>
      <p:cxnSp>
        <p:nvCxnSpPr>
          <p:cNvPr id="77" name="Conector recto 10"/>
          <p:cNvCxnSpPr/>
          <p:nvPr userDrawn="1"/>
        </p:nvCxnSpPr>
        <p:spPr>
          <a:xfrm>
            <a:off x="5259173" y="3329164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78" name="Shape 160"/>
          <p:cNvSpPr/>
          <p:nvPr userDrawn="1"/>
        </p:nvSpPr>
        <p:spPr>
          <a:xfrm>
            <a:off x="4644753" y="3449777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9" name="Shape 160"/>
          <p:cNvSpPr/>
          <p:nvPr userDrawn="1"/>
        </p:nvSpPr>
        <p:spPr>
          <a:xfrm rot="10800000">
            <a:off x="4644753" y="3450390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3" name="Rectángulo 22"/>
          <p:cNvSpPr/>
          <p:nvPr userDrawn="1"/>
        </p:nvSpPr>
        <p:spPr>
          <a:xfrm>
            <a:off x="380146" y="520080"/>
            <a:ext cx="130676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s-ES" sz="4000" noProof="0">
                <a:solidFill>
                  <a:schemeClr val="accent1"/>
                </a:solidFill>
                <a:latin typeface="Arial Narrow" panose="020B0606020202030204" pitchFamily="34" charset="0"/>
              </a:rPr>
              <a:t>Index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3" y="6260400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10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uadroTexto 11"/>
          <p:cNvSpPr txBox="1"/>
          <p:nvPr userDrawn="1"/>
        </p:nvSpPr>
        <p:spPr>
          <a:xfrm>
            <a:off x="5373255" y="1649868"/>
            <a:ext cx="1459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1200" noProof="0">
                <a:solidFill>
                  <a:schemeClr val="accent1"/>
                </a:solidFill>
                <a:latin typeface="Arial Narrow" panose="020B0606020202030204" pitchFamily="34" charset="0"/>
                <a:ea typeface="+mn-ea"/>
                <a:cs typeface="+mn-cs"/>
              </a:rPr>
              <a:t>Project status</a:t>
            </a:r>
          </a:p>
        </p:txBody>
      </p:sp>
      <p:cxnSp>
        <p:nvCxnSpPr>
          <p:cNvPr id="39" name="Conector recto 12"/>
          <p:cNvCxnSpPr/>
          <p:nvPr userDrawn="1"/>
        </p:nvCxnSpPr>
        <p:spPr>
          <a:xfrm>
            <a:off x="5259173" y="1561923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41" name="CuadroTexto 13"/>
          <p:cNvSpPr txBox="1"/>
          <p:nvPr userDrawn="1"/>
        </p:nvSpPr>
        <p:spPr>
          <a:xfrm>
            <a:off x="5373255" y="2539697"/>
            <a:ext cx="2218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1200" noProof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rPr>
              <a:t>Open points and risks</a:t>
            </a:r>
          </a:p>
        </p:txBody>
      </p:sp>
      <p:cxnSp>
        <p:nvCxnSpPr>
          <p:cNvPr id="43" name="Conector recto 14"/>
          <p:cNvCxnSpPr/>
          <p:nvPr userDrawn="1"/>
        </p:nvCxnSpPr>
        <p:spPr>
          <a:xfrm>
            <a:off x="5259173" y="2451752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grpSp>
        <p:nvGrpSpPr>
          <p:cNvPr id="45" name="Grupo 46"/>
          <p:cNvGrpSpPr/>
          <p:nvPr userDrawn="1"/>
        </p:nvGrpSpPr>
        <p:grpSpPr>
          <a:xfrm>
            <a:off x="4627386" y="1655330"/>
            <a:ext cx="394734" cy="394917"/>
            <a:chOff x="4638247" y="3407289"/>
            <a:chExt cx="394734" cy="394917"/>
          </a:xfrm>
        </p:grpSpPr>
        <p:sp>
          <p:nvSpPr>
            <p:cNvPr id="47" name="AutoShape 16"/>
            <p:cNvSpPr>
              <a:spLocks/>
            </p:cNvSpPr>
            <p:nvPr/>
          </p:nvSpPr>
          <p:spPr bwMode="auto">
            <a:xfrm>
              <a:off x="4638247" y="3407289"/>
              <a:ext cx="394734" cy="394917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250" y="19800"/>
                  </a:moveTo>
                  <a:cubicBezTo>
                    <a:pt x="20250" y="20048"/>
                    <a:pt x="20048" y="20250"/>
                    <a:pt x="19800" y="20250"/>
                  </a:cubicBezTo>
                  <a:lnTo>
                    <a:pt x="1800" y="20250"/>
                  </a:lnTo>
                  <a:cubicBezTo>
                    <a:pt x="1552" y="20250"/>
                    <a:pt x="1350" y="20048"/>
                    <a:pt x="1350" y="19800"/>
                  </a:cubicBezTo>
                  <a:lnTo>
                    <a:pt x="1350" y="3825"/>
                  </a:lnTo>
                  <a:cubicBezTo>
                    <a:pt x="1350" y="3577"/>
                    <a:pt x="1552" y="3375"/>
                    <a:pt x="1800" y="3375"/>
                  </a:cubicBezTo>
                  <a:lnTo>
                    <a:pt x="4725" y="3375"/>
                  </a:lnTo>
                  <a:lnTo>
                    <a:pt x="4725" y="4725"/>
                  </a:lnTo>
                  <a:cubicBezTo>
                    <a:pt x="4725" y="5098"/>
                    <a:pt x="5028" y="5400"/>
                    <a:pt x="5400" y="5400"/>
                  </a:cubicBezTo>
                  <a:cubicBezTo>
                    <a:pt x="5772" y="5400"/>
                    <a:pt x="6075" y="5098"/>
                    <a:pt x="6075" y="4725"/>
                  </a:cubicBezTo>
                  <a:lnTo>
                    <a:pt x="6075" y="3375"/>
                  </a:lnTo>
                  <a:lnTo>
                    <a:pt x="10125" y="3375"/>
                  </a:lnTo>
                  <a:lnTo>
                    <a:pt x="10125" y="4725"/>
                  </a:lnTo>
                  <a:cubicBezTo>
                    <a:pt x="10125" y="5098"/>
                    <a:pt x="10428" y="5400"/>
                    <a:pt x="10800" y="5400"/>
                  </a:cubicBezTo>
                  <a:cubicBezTo>
                    <a:pt x="11172" y="5400"/>
                    <a:pt x="11475" y="5098"/>
                    <a:pt x="11475" y="4725"/>
                  </a:cubicBezTo>
                  <a:lnTo>
                    <a:pt x="11475" y="3375"/>
                  </a:lnTo>
                  <a:lnTo>
                    <a:pt x="15525" y="3375"/>
                  </a:lnTo>
                  <a:lnTo>
                    <a:pt x="15525" y="4725"/>
                  </a:lnTo>
                  <a:cubicBezTo>
                    <a:pt x="15525" y="5098"/>
                    <a:pt x="15828" y="5400"/>
                    <a:pt x="16200" y="5400"/>
                  </a:cubicBezTo>
                  <a:cubicBezTo>
                    <a:pt x="16572" y="5400"/>
                    <a:pt x="16875" y="5098"/>
                    <a:pt x="16875" y="4725"/>
                  </a:cubicBezTo>
                  <a:lnTo>
                    <a:pt x="16875" y="3375"/>
                  </a:lnTo>
                  <a:lnTo>
                    <a:pt x="19800" y="3375"/>
                  </a:lnTo>
                  <a:cubicBezTo>
                    <a:pt x="20048" y="3375"/>
                    <a:pt x="20250" y="3577"/>
                    <a:pt x="20250" y="3825"/>
                  </a:cubicBezTo>
                  <a:cubicBezTo>
                    <a:pt x="20250" y="3825"/>
                    <a:pt x="20250" y="19800"/>
                    <a:pt x="20250" y="19800"/>
                  </a:cubicBezTo>
                  <a:close/>
                  <a:moveTo>
                    <a:pt x="19800" y="2025"/>
                  </a:moveTo>
                  <a:lnTo>
                    <a:pt x="16875" y="2025"/>
                  </a:lnTo>
                  <a:lnTo>
                    <a:pt x="16875" y="675"/>
                  </a:lnTo>
                  <a:cubicBezTo>
                    <a:pt x="16875" y="302"/>
                    <a:pt x="16572" y="0"/>
                    <a:pt x="16200" y="0"/>
                  </a:cubicBezTo>
                  <a:cubicBezTo>
                    <a:pt x="15828" y="0"/>
                    <a:pt x="15525" y="302"/>
                    <a:pt x="15525" y="675"/>
                  </a:cubicBezTo>
                  <a:lnTo>
                    <a:pt x="15525" y="2025"/>
                  </a:lnTo>
                  <a:lnTo>
                    <a:pt x="11475" y="2025"/>
                  </a:lnTo>
                  <a:lnTo>
                    <a:pt x="11475" y="675"/>
                  </a:lnTo>
                  <a:cubicBezTo>
                    <a:pt x="11475" y="302"/>
                    <a:pt x="11172" y="0"/>
                    <a:pt x="10800" y="0"/>
                  </a:cubicBezTo>
                  <a:cubicBezTo>
                    <a:pt x="10428" y="0"/>
                    <a:pt x="10125" y="302"/>
                    <a:pt x="10125" y="675"/>
                  </a:cubicBezTo>
                  <a:lnTo>
                    <a:pt x="10125" y="2025"/>
                  </a:lnTo>
                  <a:lnTo>
                    <a:pt x="6075" y="2025"/>
                  </a:lnTo>
                  <a:lnTo>
                    <a:pt x="6075" y="675"/>
                  </a:lnTo>
                  <a:cubicBezTo>
                    <a:pt x="6075" y="302"/>
                    <a:pt x="5772" y="0"/>
                    <a:pt x="5400" y="0"/>
                  </a:cubicBezTo>
                  <a:cubicBezTo>
                    <a:pt x="5028" y="0"/>
                    <a:pt x="4725" y="302"/>
                    <a:pt x="4725" y="675"/>
                  </a:cubicBezTo>
                  <a:lnTo>
                    <a:pt x="4725" y="2025"/>
                  </a:lnTo>
                  <a:lnTo>
                    <a:pt x="1800" y="2025"/>
                  </a:lnTo>
                  <a:cubicBezTo>
                    <a:pt x="806" y="2025"/>
                    <a:pt x="0" y="2831"/>
                    <a:pt x="0" y="3825"/>
                  </a:cubicBezTo>
                  <a:lnTo>
                    <a:pt x="0" y="19800"/>
                  </a:lnTo>
                  <a:cubicBezTo>
                    <a:pt x="0" y="20794"/>
                    <a:pt x="806" y="21600"/>
                    <a:pt x="1800" y="21600"/>
                  </a:cubicBezTo>
                  <a:lnTo>
                    <a:pt x="19800" y="21600"/>
                  </a:lnTo>
                  <a:cubicBezTo>
                    <a:pt x="20794" y="21600"/>
                    <a:pt x="21600" y="20794"/>
                    <a:pt x="21600" y="19800"/>
                  </a:cubicBezTo>
                  <a:lnTo>
                    <a:pt x="21600" y="3825"/>
                  </a:lnTo>
                  <a:cubicBezTo>
                    <a:pt x="21600" y="2831"/>
                    <a:pt x="20794" y="2025"/>
                    <a:pt x="19800" y="202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48" name="AutoShape 17"/>
            <p:cNvSpPr>
              <a:spLocks/>
            </p:cNvSpPr>
            <p:nvPr/>
          </p:nvSpPr>
          <p:spPr bwMode="auto">
            <a:xfrm>
              <a:off x="4724713" y="3554912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49" name="AutoShape 18"/>
            <p:cNvSpPr>
              <a:spLocks/>
            </p:cNvSpPr>
            <p:nvPr/>
          </p:nvSpPr>
          <p:spPr bwMode="auto">
            <a:xfrm>
              <a:off x="4724713" y="3616971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0" name="AutoShape 19"/>
            <p:cNvSpPr>
              <a:spLocks/>
            </p:cNvSpPr>
            <p:nvPr/>
          </p:nvSpPr>
          <p:spPr bwMode="auto">
            <a:xfrm>
              <a:off x="4724713" y="3679029"/>
              <a:ext cx="49812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1" name="AutoShape 20"/>
            <p:cNvSpPr>
              <a:spLocks/>
            </p:cNvSpPr>
            <p:nvPr/>
          </p:nvSpPr>
          <p:spPr bwMode="auto">
            <a:xfrm>
              <a:off x="4811178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2" name="AutoShape 21"/>
            <p:cNvSpPr>
              <a:spLocks/>
            </p:cNvSpPr>
            <p:nvPr/>
          </p:nvSpPr>
          <p:spPr bwMode="auto">
            <a:xfrm>
              <a:off x="4811178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3" name="AutoShape 22"/>
            <p:cNvSpPr>
              <a:spLocks/>
            </p:cNvSpPr>
            <p:nvPr/>
          </p:nvSpPr>
          <p:spPr bwMode="auto">
            <a:xfrm>
              <a:off x="4811178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4" name="AutoShape 23"/>
            <p:cNvSpPr>
              <a:spLocks/>
            </p:cNvSpPr>
            <p:nvPr/>
          </p:nvSpPr>
          <p:spPr bwMode="auto">
            <a:xfrm>
              <a:off x="4897644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5" name="AutoShape 24"/>
            <p:cNvSpPr>
              <a:spLocks/>
            </p:cNvSpPr>
            <p:nvPr/>
          </p:nvSpPr>
          <p:spPr bwMode="auto">
            <a:xfrm>
              <a:off x="4897644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6" name="AutoShape 25"/>
            <p:cNvSpPr>
              <a:spLocks/>
            </p:cNvSpPr>
            <p:nvPr/>
          </p:nvSpPr>
          <p:spPr bwMode="auto">
            <a:xfrm>
              <a:off x="4897644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</p:grpSp>
      <p:sp>
        <p:nvSpPr>
          <p:cNvPr id="57" name="Shape 167"/>
          <p:cNvSpPr/>
          <p:nvPr userDrawn="1"/>
        </p:nvSpPr>
        <p:spPr>
          <a:xfrm>
            <a:off x="4644691" y="2499339"/>
            <a:ext cx="360124" cy="480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5400"/>
                </a:moveTo>
                <a:cubicBezTo>
                  <a:pt x="9309" y="5400"/>
                  <a:pt x="8100" y="6306"/>
                  <a:pt x="8100" y="7425"/>
                </a:cubicBezTo>
                <a:cubicBezTo>
                  <a:pt x="8100" y="8543"/>
                  <a:pt x="9309" y="9450"/>
                  <a:pt x="10800" y="9450"/>
                </a:cubicBezTo>
                <a:cubicBezTo>
                  <a:pt x="12291" y="9450"/>
                  <a:pt x="13500" y="8543"/>
                  <a:pt x="13500" y="7425"/>
                </a:cubicBezTo>
                <a:cubicBezTo>
                  <a:pt x="13500" y="6306"/>
                  <a:pt x="12291" y="5400"/>
                  <a:pt x="10800" y="5400"/>
                </a:cubicBezTo>
                <a:close/>
                <a:moveTo>
                  <a:pt x="10800" y="10800"/>
                </a:moveTo>
                <a:cubicBezTo>
                  <a:pt x="8315" y="10800"/>
                  <a:pt x="6300" y="9289"/>
                  <a:pt x="6300" y="7425"/>
                </a:cubicBezTo>
                <a:cubicBezTo>
                  <a:pt x="6300" y="5561"/>
                  <a:pt x="8315" y="4050"/>
                  <a:pt x="10800" y="4050"/>
                </a:cubicBezTo>
                <a:cubicBezTo>
                  <a:pt x="13285" y="4050"/>
                  <a:pt x="15300" y="5561"/>
                  <a:pt x="15300" y="7425"/>
                </a:cubicBezTo>
                <a:cubicBezTo>
                  <a:pt x="15300" y="9289"/>
                  <a:pt x="13285" y="10800"/>
                  <a:pt x="10800" y="10800"/>
                </a:cubicBezTo>
                <a:close/>
                <a:moveTo>
                  <a:pt x="10800" y="1350"/>
                </a:moveTo>
                <a:cubicBezTo>
                  <a:pt x="5830" y="1350"/>
                  <a:pt x="1800" y="4410"/>
                  <a:pt x="1800" y="8184"/>
                </a:cubicBezTo>
                <a:cubicBezTo>
                  <a:pt x="1800" y="11959"/>
                  <a:pt x="10800" y="19575"/>
                  <a:pt x="10800" y="19575"/>
                </a:cubicBezTo>
                <a:cubicBezTo>
                  <a:pt x="10800" y="19575"/>
                  <a:pt x="19800" y="11959"/>
                  <a:pt x="19800" y="8184"/>
                </a:cubicBezTo>
                <a:cubicBezTo>
                  <a:pt x="19800" y="4410"/>
                  <a:pt x="15771" y="1350"/>
                  <a:pt x="10800" y="1350"/>
                </a:cubicBezTo>
                <a:close/>
                <a:moveTo>
                  <a:pt x="10800" y="21600"/>
                </a:moveTo>
                <a:cubicBezTo>
                  <a:pt x="10800" y="21600"/>
                  <a:pt x="0" y="12573"/>
                  <a:pt x="0" y="8100"/>
                </a:cubicBezTo>
                <a:cubicBezTo>
                  <a:pt x="0" y="3626"/>
                  <a:pt x="4835" y="0"/>
                  <a:pt x="10800" y="0"/>
                </a:cubicBezTo>
                <a:cubicBezTo>
                  <a:pt x="16765" y="0"/>
                  <a:pt x="21600" y="3626"/>
                  <a:pt x="21600" y="8100"/>
                </a:cubicBezTo>
                <a:cubicBezTo>
                  <a:pt x="21600" y="12573"/>
                  <a:pt x="10800" y="21600"/>
                  <a:pt x="108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 lang="en-US" noProof="0"/>
          </a:p>
        </p:txBody>
      </p:sp>
      <p:sp>
        <p:nvSpPr>
          <p:cNvPr id="66" name="CuadroTexto 9"/>
          <p:cNvSpPr txBox="1"/>
          <p:nvPr userDrawn="1"/>
        </p:nvSpPr>
        <p:spPr>
          <a:xfrm>
            <a:off x="5373255" y="3417109"/>
            <a:ext cx="25458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>
              <a:defRPr sz="200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noProof="0"/>
              <a:t>Last and next week tasks</a:t>
            </a:r>
          </a:p>
        </p:txBody>
      </p:sp>
      <p:cxnSp>
        <p:nvCxnSpPr>
          <p:cNvPr id="67" name="Conector recto 10"/>
          <p:cNvCxnSpPr/>
          <p:nvPr userDrawn="1"/>
        </p:nvCxnSpPr>
        <p:spPr>
          <a:xfrm>
            <a:off x="5259173" y="3329164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68" name="Shape 160"/>
          <p:cNvSpPr/>
          <p:nvPr userDrawn="1"/>
        </p:nvSpPr>
        <p:spPr>
          <a:xfrm>
            <a:off x="4644753" y="3449777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0" name="Shape 160"/>
          <p:cNvSpPr/>
          <p:nvPr userDrawn="1"/>
        </p:nvSpPr>
        <p:spPr>
          <a:xfrm rot="10800000">
            <a:off x="4644753" y="3450390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3" name="Rectángulo 22"/>
          <p:cNvSpPr/>
          <p:nvPr userDrawn="1"/>
        </p:nvSpPr>
        <p:spPr>
          <a:xfrm>
            <a:off x="380146" y="520080"/>
            <a:ext cx="130676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s-ES" sz="4000" noProof="0">
                <a:solidFill>
                  <a:schemeClr val="accent1"/>
                </a:solidFill>
                <a:latin typeface="Arial Narrow" panose="020B0606020202030204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56155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adroTexto 11"/>
          <p:cNvSpPr txBox="1"/>
          <p:nvPr userDrawn="1"/>
        </p:nvSpPr>
        <p:spPr>
          <a:xfrm>
            <a:off x="5373255" y="1649868"/>
            <a:ext cx="1459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1200" noProof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rPr>
              <a:t>Project status</a:t>
            </a:r>
          </a:p>
        </p:txBody>
      </p:sp>
      <p:cxnSp>
        <p:nvCxnSpPr>
          <p:cNvPr id="39" name="Conector recto 12"/>
          <p:cNvCxnSpPr/>
          <p:nvPr userDrawn="1"/>
        </p:nvCxnSpPr>
        <p:spPr>
          <a:xfrm>
            <a:off x="5259173" y="1561923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41" name="CuadroTexto 13"/>
          <p:cNvSpPr txBox="1"/>
          <p:nvPr userDrawn="1"/>
        </p:nvSpPr>
        <p:spPr>
          <a:xfrm>
            <a:off x="5373255" y="2539697"/>
            <a:ext cx="2218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1200" noProof="0">
                <a:solidFill>
                  <a:schemeClr val="accent1"/>
                </a:solidFill>
                <a:latin typeface="Arial Narrow" panose="020B0606020202030204" pitchFamily="34" charset="0"/>
                <a:ea typeface="+mn-ea"/>
                <a:cs typeface="+mn-cs"/>
              </a:rPr>
              <a:t>Open points and risks</a:t>
            </a:r>
          </a:p>
        </p:txBody>
      </p:sp>
      <p:cxnSp>
        <p:nvCxnSpPr>
          <p:cNvPr id="43" name="Conector recto 14"/>
          <p:cNvCxnSpPr/>
          <p:nvPr userDrawn="1"/>
        </p:nvCxnSpPr>
        <p:spPr>
          <a:xfrm>
            <a:off x="5259173" y="2451752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grpSp>
        <p:nvGrpSpPr>
          <p:cNvPr id="45" name="Grupo 46"/>
          <p:cNvGrpSpPr/>
          <p:nvPr userDrawn="1"/>
        </p:nvGrpSpPr>
        <p:grpSpPr>
          <a:xfrm>
            <a:off x="4627386" y="1655330"/>
            <a:ext cx="394734" cy="394917"/>
            <a:chOff x="4638247" y="3407289"/>
            <a:chExt cx="394734" cy="394917"/>
          </a:xfrm>
        </p:grpSpPr>
        <p:sp>
          <p:nvSpPr>
            <p:cNvPr id="47" name="AutoShape 16"/>
            <p:cNvSpPr>
              <a:spLocks/>
            </p:cNvSpPr>
            <p:nvPr/>
          </p:nvSpPr>
          <p:spPr bwMode="auto">
            <a:xfrm>
              <a:off x="4638247" y="3407289"/>
              <a:ext cx="394734" cy="394917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250" y="19800"/>
                  </a:moveTo>
                  <a:cubicBezTo>
                    <a:pt x="20250" y="20048"/>
                    <a:pt x="20048" y="20250"/>
                    <a:pt x="19800" y="20250"/>
                  </a:cubicBezTo>
                  <a:lnTo>
                    <a:pt x="1800" y="20250"/>
                  </a:lnTo>
                  <a:cubicBezTo>
                    <a:pt x="1552" y="20250"/>
                    <a:pt x="1350" y="20048"/>
                    <a:pt x="1350" y="19800"/>
                  </a:cubicBezTo>
                  <a:lnTo>
                    <a:pt x="1350" y="3825"/>
                  </a:lnTo>
                  <a:cubicBezTo>
                    <a:pt x="1350" y="3577"/>
                    <a:pt x="1552" y="3375"/>
                    <a:pt x="1800" y="3375"/>
                  </a:cubicBezTo>
                  <a:lnTo>
                    <a:pt x="4725" y="3375"/>
                  </a:lnTo>
                  <a:lnTo>
                    <a:pt x="4725" y="4725"/>
                  </a:lnTo>
                  <a:cubicBezTo>
                    <a:pt x="4725" y="5098"/>
                    <a:pt x="5028" y="5400"/>
                    <a:pt x="5400" y="5400"/>
                  </a:cubicBezTo>
                  <a:cubicBezTo>
                    <a:pt x="5772" y="5400"/>
                    <a:pt x="6075" y="5098"/>
                    <a:pt x="6075" y="4725"/>
                  </a:cubicBezTo>
                  <a:lnTo>
                    <a:pt x="6075" y="3375"/>
                  </a:lnTo>
                  <a:lnTo>
                    <a:pt x="10125" y="3375"/>
                  </a:lnTo>
                  <a:lnTo>
                    <a:pt x="10125" y="4725"/>
                  </a:lnTo>
                  <a:cubicBezTo>
                    <a:pt x="10125" y="5098"/>
                    <a:pt x="10428" y="5400"/>
                    <a:pt x="10800" y="5400"/>
                  </a:cubicBezTo>
                  <a:cubicBezTo>
                    <a:pt x="11172" y="5400"/>
                    <a:pt x="11475" y="5098"/>
                    <a:pt x="11475" y="4725"/>
                  </a:cubicBezTo>
                  <a:lnTo>
                    <a:pt x="11475" y="3375"/>
                  </a:lnTo>
                  <a:lnTo>
                    <a:pt x="15525" y="3375"/>
                  </a:lnTo>
                  <a:lnTo>
                    <a:pt x="15525" y="4725"/>
                  </a:lnTo>
                  <a:cubicBezTo>
                    <a:pt x="15525" y="5098"/>
                    <a:pt x="15828" y="5400"/>
                    <a:pt x="16200" y="5400"/>
                  </a:cubicBezTo>
                  <a:cubicBezTo>
                    <a:pt x="16572" y="5400"/>
                    <a:pt x="16875" y="5098"/>
                    <a:pt x="16875" y="4725"/>
                  </a:cubicBezTo>
                  <a:lnTo>
                    <a:pt x="16875" y="3375"/>
                  </a:lnTo>
                  <a:lnTo>
                    <a:pt x="19800" y="3375"/>
                  </a:lnTo>
                  <a:cubicBezTo>
                    <a:pt x="20048" y="3375"/>
                    <a:pt x="20250" y="3577"/>
                    <a:pt x="20250" y="3825"/>
                  </a:cubicBezTo>
                  <a:cubicBezTo>
                    <a:pt x="20250" y="3825"/>
                    <a:pt x="20250" y="19800"/>
                    <a:pt x="20250" y="19800"/>
                  </a:cubicBezTo>
                  <a:close/>
                  <a:moveTo>
                    <a:pt x="19800" y="2025"/>
                  </a:moveTo>
                  <a:lnTo>
                    <a:pt x="16875" y="2025"/>
                  </a:lnTo>
                  <a:lnTo>
                    <a:pt x="16875" y="675"/>
                  </a:lnTo>
                  <a:cubicBezTo>
                    <a:pt x="16875" y="302"/>
                    <a:pt x="16572" y="0"/>
                    <a:pt x="16200" y="0"/>
                  </a:cubicBezTo>
                  <a:cubicBezTo>
                    <a:pt x="15828" y="0"/>
                    <a:pt x="15525" y="302"/>
                    <a:pt x="15525" y="675"/>
                  </a:cubicBezTo>
                  <a:lnTo>
                    <a:pt x="15525" y="2025"/>
                  </a:lnTo>
                  <a:lnTo>
                    <a:pt x="11475" y="2025"/>
                  </a:lnTo>
                  <a:lnTo>
                    <a:pt x="11475" y="675"/>
                  </a:lnTo>
                  <a:cubicBezTo>
                    <a:pt x="11475" y="302"/>
                    <a:pt x="11172" y="0"/>
                    <a:pt x="10800" y="0"/>
                  </a:cubicBezTo>
                  <a:cubicBezTo>
                    <a:pt x="10428" y="0"/>
                    <a:pt x="10125" y="302"/>
                    <a:pt x="10125" y="675"/>
                  </a:cubicBezTo>
                  <a:lnTo>
                    <a:pt x="10125" y="2025"/>
                  </a:lnTo>
                  <a:lnTo>
                    <a:pt x="6075" y="2025"/>
                  </a:lnTo>
                  <a:lnTo>
                    <a:pt x="6075" y="675"/>
                  </a:lnTo>
                  <a:cubicBezTo>
                    <a:pt x="6075" y="302"/>
                    <a:pt x="5772" y="0"/>
                    <a:pt x="5400" y="0"/>
                  </a:cubicBezTo>
                  <a:cubicBezTo>
                    <a:pt x="5028" y="0"/>
                    <a:pt x="4725" y="302"/>
                    <a:pt x="4725" y="675"/>
                  </a:cubicBezTo>
                  <a:lnTo>
                    <a:pt x="4725" y="2025"/>
                  </a:lnTo>
                  <a:lnTo>
                    <a:pt x="1800" y="2025"/>
                  </a:lnTo>
                  <a:cubicBezTo>
                    <a:pt x="806" y="2025"/>
                    <a:pt x="0" y="2831"/>
                    <a:pt x="0" y="3825"/>
                  </a:cubicBezTo>
                  <a:lnTo>
                    <a:pt x="0" y="19800"/>
                  </a:lnTo>
                  <a:cubicBezTo>
                    <a:pt x="0" y="20794"/>
                    <a:pt x="806" y="21600"/>
                    <a:pt x="1800" y="21600"/>
                  </a:cubicBezTo>
                  <a:lnTo>
                    <a:pt x="19800" y="21600"/>
                  </a:lnTo>
                  <a:cubicBezTo>
                    <a:pt x="20794" y="21600"/>
                    <a:pt x="21600" y="20794"/>
                    <a:pt x="21600" y="19800"/>
                  </a:cubicBezTo>
                  <a:lnTo>
                    <a:pt x="21600" y="3825"/>
                  </a:lnTo>
                  <a:cubicBezTo>
                    <a:pt x="21600" y="2831"/>
                    <a:pt x="20794" y="2025"/>
                    <a:pt x="19800" y="202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48" name="AutoShape 17"/>
            <p:cNvSpPr>
              <a:spLocks/>
            </p:cNvSpPr>
            <p:nvPr/>
          </p:nvSpPr>
          <p:spPr bwMode="auto">
            <a:xfrm>
              <a:off x="4724713" y="3554912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49" name="AutoShape 18"/>
            <p:cNvSpPr>
              <a:spLocks/>
            </p:cNvSpPr>
            <p:nvPr/>
          </p:nvSpPr>
          <p:spPr bwMode="auto">
            <a:xfrm>
              <a:off x="4724713" y="3616971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0" name="AutoShape 19"/>
            <p:cNvSpPr>
              <a:spLocks/>
            </p:cNvSpPr>
            <p:nvPr/>
          </p:nvSpPr>
          <p:spPr bwMode="auto">
            <a:xfrm>
              <a:off x="4724713" y="3679029"/>
              <a:ext cx="49812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1" name="AutoShape 20"/>
            <p:cNvSpPr>
              <a:spLocks/>
            </p:cNvSpPr>
            <p:nvPr/>
          </p:nvSpPr>
          <p:spPr bwMode="auto">
            <a:xfrm>
              <a:off x="4811178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2" name="AutoShape 21"/>
            <p:cNvSpPr>
              <a:spLocks/>
            </p:cNvSpPr>
            <p:nvPr/>
          </p:nvSpPr>
          <p:spPr bwMode="auto">
            <a:xfrm>
              <a:off x="4811178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3" name="AutoShape 22"/>
            <p:cNvSpPr>
              <a:spLocks/>
            </p:cNvSpPr>
            <p:nvPr/>
          </p:nvSpPr>
          <p:spPr bwMode="auto">
            <a:xfrm>
              <a:off x="4811178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4" name="AutoShape 23"/>
            <p:cNvSpPr>
              <a:spLocks/>
            </p:cNvSpPr>
            <p:nvPr/>
          </p:nvSpPr>
          <p:spPr bwMode="auto">
            <a:xfrm>
              <a:off x="4897644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5" name="AutoShape 24"/>
            <p:cNvSpPr>
              <a:spLocks/>
            </p:cNvSpPr>
            <p:nvPr/>
          </p:nvSpPr>
          <p:spPr bwMode="auto">
            <a:xfrm>
              <a:off x="4897644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6" name="AutoShape 25"/>
            <p:cNvSpPr>
              <a:spLocks/>
            </p:cNvSpPr>
            <p:nvPr/>
          </p:nvSpPr>
          <p:spPr bwMode="auto">
            <a:xfrm>
              <a:off x="4897644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</p:grpSp>
      <p:sp>
        <p:nvSpPr>
          <p:cNvPr id="57" name="Shape 167"/>
          <p:cNvSpPr/>
          <p:nvPr userDrawn="1"/>
        </p:nvSpPr>
        <p:spPr>
          <a:xfrm>
            <a:off x="4644691" y="2499339"/>
            <a:ext cx="360124" cy="480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5400"/>
                </a:moveTo>
                <a:cubicBezTo>
                  <a:pt x="9309" y="5400"/>
                  <a:pt x="8100" y="6306"/>
                  <a:pt x="8100" y="7425"/>
                </a:cubicBezTo>
                <a:cubicBezTo>
                  <a:pt x="8100" y="8543"/>
                  <a:pt x="9309" y="9450"/>
                  <a:pt x="10800" y="9450"/>
                </a:cubicBezTo>
                <a:cubicBezTo>
                  <a:pt x="12291" y="9450"/>
                  <a:pt x="13500" y="8543"/>
                  <a:pt x="13500" y="7425"/>
                </a:cubicBezTo>
                <a:cubicBezTo>
                  <a:pt x="13500" y="6306"/>
                  <a:pt x="12291" y="5400"/>
                  <a:pt x="10800" y="5400"/>
                </a:cubicBezTo>
                <a:close/>
                <a:moveTo>
                  <a:pt x="10800" y="10800"/>
                </a:moveTo>
                <a:cubicBezTo>
                  <a:pt x="8315" y="10800"/>
                  <a:pt x="6300" y="9289"/>
                  <a:pt x="6300" y="7425"/>
                </a:cubicBezTo>
                <a:cubicBezTo>
                  <a:pt x="6300" y="5561"/>
                  <a:pt x="8315" y="4050"/>
                  <a:pt x="10800" y="4050"/>
                </a:cubicBezTo>
                <a:cubicBezTo>
                  <a:pt x="13285" y="4050"/>
                  <a:pt x="15300" y="5561"/>
                  <a:pt x="15300" y="7425"/>
                </a:cubicBezTo>
                <a:cubicBezTo>
                  <a:pt x="15300" y="9289"/>
                  <a:pt x="13285" y="10800"/>
                  <a:pt x="10800" y="10800"/>
                </a:cubicBezTo>
                <a:close/>
                <a:moveTo>
                  <a:pt x="10800" y="1350"/>
                </a:moveTo>
                <a:cubicBezTo>
                  <a:pt x="5830" y="1350"/>
                  <a:pt x="1800" y="4410"/>
                  <a:pt x="1800" y="8184"/>
                </a:cubicBezTo>
                <a:cubicBezTo>
                  <a:pt x="1800" y="11959"/>
                  <a:pt x="10800" y="19575"/>
                  <a:pt x="10800" y="19575"/>
                </a:cubicBezTo>
                <a:cubicBezTo>
                  <a:pt x="10800" y="19575"/>
                  <a:pt x="19800" y="11959"/>
                  <a:pt x="19800" y="8184"/>
                </a:cubicBezTo>
                <a:cubicBezTo>
                  <a:pt x="19800" y="4410"/>
                  <a:pt x="15771" y="1350"/>
                  <a:pt x="10800" y="1350"/>
                </a:cubicBezTo>
                <a:close/>
                <a:moveTo>
                  <a:pt x="10800" y="21600"/>
                </a:moveTo>
                <a:cubicBezTo>
                  <a:pt x="10800" y="21600"/>
                  <a:pt x="0" y="12573"/>
                  <a:pt x="0" y="8100"/>
                </a:cubicBezTo>
                <a:cubicBezTo>
                  <a:pt x="0" y="3626"/>
                  <a:pt x="4835" y="0"/>
                  <a:pt x="10800" y="0"/>
                </a:cubicBezTo>
                <a:cubicBezTo>
                  <a:pt x="16765" y="0"/>
                  <a:pt x="21600" y="3626"/>
                  <a:pt x="21600" y="8100"/>
                </a:cubicBezTo>
                <a:cubicBezTo>
                  <a:pt x="21600" y="12573"/>
                  <a:pt x="10800" y="21600"/>
                  <a:pt x="108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 lang="en-US" noProof="0"/>
          </a:p>
        </p:txBody>
      </p:sp>
      <p:sp>
        <p:nvSpPr>
          <p:cNvPr id="92" name="CuadroTexto 9"/>
          <p:cNvSpPr txBox="1"/>
          <p:nvPr userDrawn="1"/>
        </p:nvSpPr>
        <p:spPr>
          <a:xfrm>
            <a:off x="5373255" y="3417109"/>
            <a:ext cx="25458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>
              <a:defRPr sz="200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noProof="0"/>
              <a:t>Last and next week tasks</a:t>
            </a:r>
          </a:p>
        </p:txBody>
      </p:sp>
      <p:cxnSp>
        <p:nvCxnSpPr>
          <p:cNvPr id="93" name="Conector recto 10"/>
          <p:cNvCxnSpPr/>
          <p:nvPr userDrawn="1"/>
        </p:nvCxnSpPr>
        <p:spPr>
          <a:xfrm>
            <a:off x="5259173" y="3329164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94" name="Shape 160"/>
          <p:cNvSpPr/>
          <p:nvPr userDrawn="1"/>
        </p:nvSpPr>
        <p:spPr>
          <a:xfrm>
            <a:off x="4644753" y="3449777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5" name="Shape 160"/>
          <p:cNvSpPr/>
          <p:nvPr userDrawn="1"/>
        </p:nvSpPr>
        <p:spPr>
          <a:xfrm rot="10800000">
            <a:off x="4644753" y="3450390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3" name="Rectángulo 22"/>
          <p:cNvSpPr/>
          <p:nvPr userDrawn="1"/>
        </p:nvSpPr>
        <p:spPr>
          <a:xfrm>
            <a:off x="380146" y="520080"/>
            <a:ext cx="130676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s-ES" sz="4000" noProof="0">
                <a:solidFill>
                  <a:schemeClr val="accent1"/>
                </a:solidFill>
                <a:latin typeface="Arial Narrow" panose="020B0606020202030204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7889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uadroTexto 11"/>
          <p:cNvSpPr txBox="1"/>
          <p:nvPr userDrawn="1"/>
        </p:nvSpPr>
        <p:spPr>
          <a:xfrm>
            <a:off x="5373255" y="1649868"/>
            <a:ext cx="1459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>
              <a:defRPr sz="200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noProof="0"/>
              <a:t>Project status</a:t>
            </a:r>
          </a:p>
        </p:txBody>
      </p:sp>
      <p:cxnSp>
        <p:nvCxnSpPr>
          <p:cNvPr id="30" name="Conector recto 12"/>
          <p:cNvCxnSpPr/>
          <p:nvPr userDrawn="1"/>
        </p:nvCxnSpPr>
        <p:spPr>
          <a:xfrm>
            <a:off x="5259173" y="1561923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31" name="CuadroTexto 13"/>
          <p:cNvSpPr txBox="1"/>
          <p:nvPr userDrawn="1"/>
        </p:nvSpPr>
        <p:spPr>
          <a:xfrm>
            <a:off x="5373255" y="2539697"/>
            <a:ext cx="2218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1200" noProof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rPr>
              <a:t>Open points and risks</a:t>
            </a:r>
          </a:p>
        </p:txBody>
      </p:sp>
      <p:cxnSp>
        <p:nvCxnSpPr>
          <p:cNvPr id="32" name="Conector recto 14"/>
          <p:cNvCxnSpPr/>
          <p:nvPr userDrawn="1"/>
        </p:nvCxnSpPr>
        <p:spPr>
          <a:xfrm>
            <a:off x="5259173" y="2451752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grpSp>
        <p:nvGrpSpPr>
          <p:cNvPr id="33" name="Grupo 46"/>
          <p:cNvGrpSpPr/>
          <p:nvPr userDrawn="1"/>
        </p:nvGrpSpPr>
        <p:grpSpPr>
          <a:xfrm>
            <a:off x="4627386" y="1655330"/>
            <a:ext cx="394734" cy="394917"/>
            <a:chOff x="4638247" y="3407289"/>
            <a:chExt cx="394734" cy="394917"/>
          </a:xfrm>
        </p:grpSpPr>
        <p:sp>
          <p:nvSpPr>
            <p:cNvPr id="34" name="AutoShape 16"/>
            <p:cNvSpPr>
              <a:spLocks/>
            </p:cNvSpPr>
            <p:nvPr/>
          </p:nvSpPr>
          <p:spPr bwMode="auto">
            <a:xfrm>
              <a:off x="4638247" y="3407289"/>
              <a:ext cx="394734" cy="394917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250" y="19800"/>
                  </a:moveTo>
                  <a:cubicBezTo>
                    <a:pt x="20250" y="20048"/>
                    <a:pt x="20048" y="20250"/>
                    <a:pt x="19800" y="20250"/>
                  </a:cubicBezTo>
                  <a:lnTo>
                    <a:pt x="1800" y="20250"/>
                  </a:lnTo>
                  <a:cubicBezTo>
                    <a:pt x="1552" y="20250"/>
                    <a:pt x="1350" y="20048"/>
                    <a:pt x="1350" y="19800"/>
                  </a:cubicBezTo>
                  <a:lnTo>
                    <a:pt x="1350" y="3825"/>
                  </a:lnTo>
                  <a:cubicBezTo>
                    <a:pt x="1350" y="3577"/>
                    <a:pt x="1552" y="3375"/>
                    <a:pt x="1800" y="3375"/>
                  </a:cubicBezTo>
                  <a:lnTo>
                    <a:pt x="4725" y="3375"/>
                  </a:lnTo>
                  <a:lnTo>
                    <a:pt x="4725" y="4725"/>
                  </a:lnTo>
                  <a:cubicBezTo>
                    <a:pt x="4725" y="5098"/>
                    <a:pt x="5028" y="5400"/>
                    <a:pt x="5400" y="5400"/>
                  </a:cubicBezTo>
                  <a:cubicBezTo>
                    <a:pt x="5772" y="5400"/>
                    <a:pt x="6075" y="5098"/>
                    <a:pt x="6075" y="4725"/>
                  </a:cubicBezTo>
                  <a:lnTo>
                    <a:pt x="6075" y="3375"/>
                  </a:lnTo>
                  <a:lnTo>
                    <a:pt x="10125" y="3375"/>
                  </a:lnTo>
                  <a:lnTo>
                    <a:pt x="10125" y="4725"/>
                  </a:lnTo>
                  <a:cubicBezTo>
                    <a:pt x="10125" y="5098"/>
                    <a:pt x="10428" y="5400"/>
                    <a:pt x="10800" y="5400"/>
                  </a:cubicBezTo>
                  <a:cubicBezTo>
                    <a:pt x="11172" y="5400"/>
                    <a:pt x="11475" y="5098"/>
                    <a:pt x="11475" y="4725"/>
                  </a:cubicBezTo>
                  <a:lnTo>
                    <a:pt x="11475" y="3375"/>
                  </a:lnTo>
                  <a:lnTo>
                    <a:pt x="15525" y="3375"/>
                  </a:lnTo>
                  <a:lnTo>
                    <a:pt x="15525" y="4725"/>
                  </a:lnTo>
                  <a:cubicBezTo>
                    <a:pt x="15525" y="5098"/>
                    <a:pt x="15828" y="5400"/>
                    <a:pt x="16200" y="5400"/>
                  </a:cubicBezTo>
                  <a:cubicBezTo>
                    <a:pt x="16572" y="5400"/>
                    <a:pt x="16875" y="5098"/>
                    <a:pt x="16875" y="4725"/>
                  </a:cubicBezTo>
                  <a:lnTo>
                    <a:pt x="16875" y="3375"/>
                  </a:lnTo>
                  <a:lnTo>
                    <a:pt x="19800" y="3375"/>
                  </a:lnTo>
                  <a:cubicBezTo>
                    <a:pt x="20048" y="3375"/>
                    <a:pt x="20250" y="3577"/>
                    <a:pt x="20250" y="3825"/>
                  </a:cubicBezTo>
                  <a:cubicBezTo>
                    <a:pt x="20250" y="3825"/>
                    <a:pt x="20250" y="19800"/>
                    <a:pt x="20250" y="19800"/>
                  </a:cubicBezTo>
                  <a:close/>
                  <a:moveTo>
                    <a:pt x="19800" y="2025"/>
                  </a:moveTo>
                  <a:lnTo>
                    <a:pt x="16875" y="2025"/>
                  </a:lnTo>
                  <a:lnTo>
                    <a:pt x="16875" y="675"/>
                  </a:lnTo>
                  <a:cubicBezTo>
                    <a:pt x="16875" y="302"/>
                    <a:pt x="16572" y="0"/>
                    <a:pt x="16200" y="0"/>
                  </a:cubicBezTo>
                  <a:cubicBezTo>
                    <a:pt x="15828" y="0"/>
                    <a:pt x="15525" y="302"/>
                    <a:pt x="15525" y="675"/>
                  </a:cubicBezTo>
                  <a:lnTo>
                    <a:pt x="15525" y="2025"/>
                  </a:lnTo>
                  <a:lnTo>
                    <a:pt x="11475" y="2025"/>
                  </a:lnTo>
                  <a:lnTo>
                    <a:pt x="11475" y="675"/>
                  </a:lnTo>
                  <a:cubicBezTo>
                    <a:pt x="11475" y="302"/>
                    <a:pt x="11172" y="0"/>
                    <a:pt x="10800" y="0"/>
                  </a:cubicBezTo>
                  <a:cubicBezTo>
                    <a:pt x="10428" y="0"/>
                    <a:pt x="10125" y="302"/>
                    <a:pt x="10125" y="675"/>
                  </a:cubicBezTo>
                  <a:lnTo>
                    <a:pt x="10125" y="2025"/>
                  </a:lnTo>
                  <a:lnTo>
                    <a:pt x="6075" y="2025"/>
                  </a:lnTo>
                  <a:lnTo>
                    <a:pt x="6075" y="675"/>
                  </a:lnTo>
                  <a:cubicBezTo>
                    <a:pt x="6075" y="302"/>
                    <a:pt x="5772" y="0"/>
                    <a:pt x="5400" y="0"/>
                  </a:cubicBezTo>
                  <a:cubicBezTo>
                    <a:pt x="5028" y="0"/>
                    <a:pt x="4725" y="302"/>
                    <a:pt x="4725" y="675"/>
                  </a:cubicBezTo>
                  <a:lnTo>
                    <a:pt x="4725" y="2025"/>
                  </a:lnTo>
                  <a:lnTo>
                    <a:pt x="1800" y="2025"/>
                  </a:lnTo>
                  <a:cubicBezTo>
                    <a:pt x="806" y="2025"/>
                    <a:pt x="0" y="2831"/>
                    <a:pt x="0" y="3825"/>
                  </a:cubicBezTo>
                  <a:lnTo>
                    <a:pt x="0" y="19800"/>
                  </a:lnTo>
                  <a:cubicBezTo>
                    <a:pt x="0" y="20794"/>
                    <a:pt x="806" y="21600"/>
                    <a:pt x="1800" y="21600"/>
                  </a:cubicBezTo>
                  <a:lnTo>
                    <a:pt x="19800" y="21600"/>
                  </a:lnTo>
                  <a:cubicBezTo>
                    <a:pt x="20794" y="21600"/>
                    <a:pt x="21600" y="20794"/>
                    <a:pt x="21600" y="19800"/>
                  </a:cubicBezTo>
                  <a:lnTo>
                    <a:pt x="21600" y="3825"/>
                  </a:lnTo>
                  <a:cubicBezTo>
                    <a:pt x="21600" y="2831"/>
                    <a:pt x="20794" y="2025"/>
                    <a:pt x="19800" y="202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35" name="AutoShape 17"/>
            <p:cNvSpPr>
              <a:spLocks/>
            </p:cNvSpPr>
            <p:nvPr/>
          </p:nvSpPr>
          <p:spPr bwMode="auto">
            <a:xfrm>
              <a:off x="4724713" y="3554912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36" name="AutoShape 18"/>
            <p:cNvSpPr>
              <a:spLocks/>
            </p:cNvSpPr>
            <p:nvPr/>
          </p:nvSpPr>
          <p:spPr bwMode="auto">
            <a:xfrm>
              <a:off x="4724713" y="3616971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37" name="AutoShape 19"/>
            <p:cNvSpPr>
              <a:spLocks/>
            </p:cNvSpPr>
            <p:nvPr/>
          </p:nvSpPr>
          <p:spPr bwMode="auto">
            <a:xfrm>
              <a:off x="4724713" y="3679029"/>
              <a:ext cx="49812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39" name="AutoShape 20"/>
            <p:cNvSpPr>
              <a:spLocks/>
            </p:cNvSpPr>
            <p:nvPr/>
          </p:nvSpPr>
          <p:spPr bwMode="auto">
            <a:xfrm>
              <a:off x="4811178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41" name="AutoShape 21"/>
            <p:cNvSpPr>
              <a:spLocks/>
            </p:cNvSpPr>
            <p:nvPr/>
          </p:nvSpPr>
          <p:spPr bwMode="auto">
            <a:xfrm>
              <a:off x="4811178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43" name="AutoShape 22"/>
            <p:cNvSpPr>
              <a:spLocks/>
            </p:cNvSpPr>
            <p:nvPr/>
          </p:nvSpPr>
          <p:spPr bwMode="auto">
            <a:xfrm>
              <a:off x="4811178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4" name="AutoShape 23"/>
            <p:cNvSpPr>
              <a:spLocks/>
            </p:cNvSpPr>
            <p:nvPr/>
          </p:nvSpPr>
          <p:spPr bwMode="auto">
            <a:xfrm>
              <a:off x="4897644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6" name="AutoShape 24"/>
            <p:cNvSpPr>
              <a:spLocks/>
            </p:cNvSpPr>
            <p:nvPr/>
          </p:nvSpPr>
          <p:spPr bwMode="auto">
            <a:xfrm>
              <a:off x="4897644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8" name="AutoShape 25"/>
            <p:cNvSpPr>
              <a:spLocks/>
            </p:cNvSpPr>
            <p:nvPr/>
          </p:nvSpPr>
          <p:spPr bwMode="auto">
            <a:xfrm>
              <a:off x="4897644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</p:grpSp>
      <p:sp>
        <p:nvSpPr>
          <p:cNvPr id="59" name="Shape 167"/>
          <p:cNvSpPr/>
          <p:nvPr userDrawn="1"/>
        </p:nvSpPr>
        <p:spPr>
          <a:xfrm>
            <a:off x="4644691" y="2499339"/>
            <a:ext cx="360124" cy="480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5400"/>
                </a:moveTo>
                <a:cubicBezTo>
                  <a:pt x="9309" y="5400"/>
                  <a:pt x="8100" y="6306"/>
                  <a:pt x="8100" y="7425"/>
                </a:cubicBezTo>
                <a:cubicBezTo>
                  <a:pt x="8100" y="8543"/>
                  <a:pt x="9309" y="9450"/>
                  <a:pt x="10800" y="9450"/>
                </a:cubicBezTo>
                <a:cubicBezTo>
                  <a:pt x="12291" y="9450"/>
                  <a:pt x="13500" y="8543"/>
                  <a:pt x="13500" y="7425"/>
                </a:cubicBezTo>
                <a:cubicBezTo>
                  <a:pt x="13500" y="6306"/>
                  <a:pt x="12291" y="5400"/>
                  <a:pt x="10800" y="5400"/>
                </a:cubicBezTo>
                <a:close/>
                <a:moveTo>
                  <a:pt x="10800" y="10800"/>
                </a:moveTo>
                <a:cubicBezTo>
                  <a:pt x="8315" y="10800"/>
                  <a:pt x="6300" y="9289"/>
                  <a:pt x="6300" y="7425"/>
                </a:cubicBezTo>
                <a:cubicBezTo>
                  <a:pt x="6300" y="5561"/>
                  <a:pt x="8315" y="4050"/>
                  <a:pt x="10800" y="4050"/>
                </a:cubicBezTo>
                <a:cubicBezTo>
                  <a:pt x="13285" y="4050"/>
                  <a:pt x="15300" y="5561"/>
                  <a:pt x="15300" y="7425"/>
                </a:cubicBezTo>
                <a:cubicBezTo>
                  <a:pt x="15300" y="9289"/>
                  <a:pt x="13285" y="10800"/>
                  <a:pt x="10800" y="10800"/>
                </a:cubicBezTo>
                <a:close/>
                <a:moveTo>
                  <a:pt x="10800" y="1350"/>
                </a:moveTo>
                <a:cubicBezTo>
                  <a:pt x="5830" y="1350"/>
                  <a:pt x="1800" y="4410"/>
                  <a:pt x="1800" y="8184"/>
                </a:cubicBezTo>
                <a:cubicBezTo>
                  <a:pt x="1800" y="11959"/>
                  <a:pt x="10800" y="19575"/>
                  <a:pt x="10800" y="19575"/>
                </a:cubicBezTo>
                <a:cubicBezTo>
                  <a:pt x="10800" y="19575"/>
                  <a:pt x="19800" y="11959"/>
                  <a:pt x="19800" y="8184"/>
                </a:cubicBezTo>
                <a:cubicBezTo>
                  <a:pt x="19800" y="4410"/>
                  <a:pt x="15771" y="1350"/>
                  <a:pt x="10800" y="1350"/>
                </a:cubicBezTo>
                <a:close/>
                <a:moveTo>
                  <a:pt x="10800" y="21600"/>
                </a:moveTo>
                <a:cubicBezTo>
                  <a:pt x="10800" y="21600"/>
                  <a:pt x="0" y="12573"/>
                  <a:pt x="0" y="8100"/>
                </a:cubicBezTo>
                <a:cubicBezTo>
                  <a:pt x="0" y="3626"/>
                  <a:pt x="4835" y="0"/>
                  <a:pt x="10800" y="0"/>
                </a:cubicBezTo>
                <a:cubicBezTo>
                  <a:pt x="16765" y="0"/>
                  <a:pt x="21600" y="3626"/>
                  <a:pt x="21600" y="8100"/>
                </a:cubicBezTo>
                <a:cubicBezTo>
                  <a:pt x="21600" y="12573"/>
                  <a:pt x="10800" y="21600"/>
                  <a:pt x="108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 lang="en-US" noProof="0"/>
          </a:p>
        </p:txBody>
      </p:sp>
      <p:sp>
        <p:nvSpPr>
          <p:cNvPr id="62" name="CuadroTexto 9"/>
          <p:cNvSpPr txBox="1"/>
          <p:nvPr userDrawn="1"/>
        </p:nvSpPr>
        <p:spPr>
          <a:xfrm>
            <a:off x="5373255" y="3417109"/>
            <a:ext cx="25458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en-US" sz="2000" kern="1200" noProof="0">
                <a:solidFill>
                  <a:schemeClr val="accent1"/>
                </a:solidFill>
                <a:latin typeface="Arial Narrow" panose="020B0606020202030204" pitchFamily="34" charset="0"/>
                <a:ea typeface="+mn-ea"/>
                <a:cs typeface="+mn-cs"/>
              </a:rPr>
              <a:t>Last and next week tasks</a:t>
            </a:r>
          </a:p>
        </p:txBody>
      </p:sp>
      <p:cxnSp>
        <p:nvCxnSpPr>
          <p:cNvPr id="63" name="Conector recto 10"/>
          <p:cNvCxnSpPr/>
          <p:nvPr userDrawn="1"/>
        </p:nvCxnSpPr>
        <p:spPr>
          <a:xfrm>
            <a:off x="5259173" y="3329164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64" name="Shape 160"/>
          <p:cNvSpPr/>
          <p:nvPr userDrawn="1"/>
        </p:nvSpPr>
        <p:spPr>
          <a:xfrm>
            <a:off x="4644753" y="3449777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5" name="Shape 160"/>
          <p:cNvSpPr/>
          <p:nvPr userDrawn="1"/>
        </p:nvSpPr>
        <p:spPr>
          <a:xfrm rot="10800000">
            <a:off x="4644753" y="3450390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3" name="Rectángulo 22"/>
          <p:cNvSpPr/>
          <p:nvPr userDrawn="1"/>
        </p:nvSpPr>
        <p:spPr>
          <a:xfrm>
            <a:off x="380146" y="520080"/>
            <a:ext cx="130676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s-ES" sz="4000" noProof="0">
                <a:solidFill>
                  <a:schemeClr val="accent1"/>
                </a:solidFill>
                <a:latin typeface="Arial Narrow" panose="020B0606020202030204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733354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uadroTexto 11"/>
          <p:cNvSpPr txBox="1"/>
          <p:nvPr userDrawn="1"/>
        </p:nvSpPr>
        <p:spPr>
          <a:xfrm>
            <a:off x="5373255" y="1649868"/>
            <a:ext cx="1459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>
              <a:defRPr sz="200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noProof="0"/>
              <a:t>Project status</a:t>
            </a:r>
          </a:p>
        </p:txBody>
      </p:sp>
      <p:cxnSp>
        <p:nvCxnSpPr>
          <p:cNvPr id="30" name="Conector recto 12"/>
          <p:cNvCxnSpPr/>
          <p:nvPr userDrawn="1"/>
        </p:nvCxnSpPr>
        <p:spPr>
          <a:xfrm>
            <a:off x="5259173" y="1561923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31" name="CuadroTexto 13"/>
          <p:cNvSpPr txBox="1"/>
          <p:nvPr userDrawn="1"/>
        </p:nvSpPr>
        <p:spPr>
          <a:xfrm>
            <a:off x="5373255" y="2539697"/>
            <a:ext cx="2218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kern="1200" noProof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rPr>
              <a:t>Open points and risks</a:t>
            </a:r>
          </a:p>
        </p:txBody>
      </p:sp>
      <p:cxnSp>
        <p:nvCxnSpPr>
          <p:cNvPr id="32" name="Conector recto 14"/>
          <p:cNvCxnSpPr/>
          <p:nvPr userDrawn="1"/>
        </p:nvCxnSpPr>
        <p:spPr>
          <a:xfrm>
            <a:off x="5259173" y="2451752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grpSp>
        <p:nvGrpSpPr>
          <p:cNvPr id="33" name="Grupo 46"/>
          <p:cNvGrpSpPr/>
          <p:nvPr userDrawn="1"/>
        </p:nvGrpSpPr>
        <p:grpSpPr>
          <a:xfrm>
            <a:off x="4627386" y="1655330"/>
            <a:ext cx="394734" cy="394917"/>
            <a:chOff x="4638247" y="3407289"/>
            <a:chExt cx="394734" cy="394917"/>
          </a:xfrm>
        </p:grpSpPr>
        <p:sp>
          <p:nvSpPr>
            <p:cNvPr id="34" name="AutoShape 16"/>
            <p:cNvSpPr>
              <a:spLocks/>
            </p:cNvSpPr>
            <p:nvPr/>
          </p:nvSpPr>
          <p:spPr bwMode="auto">
            <a:xfrm>
              <a:off x="4638247" y="3407289"/>
              <a:ext cx="394734" cy="394917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250" y="19800"/>
                  </a:moveTo>
                  <a:cubicBezTo>
                    <a:pt x="20250" y="20048"/>
                    <a:pt x="20048" y="20250"/>
                    <a:pt x="19800" y="20250"/>
                  </a:cubicBezTo>
                  <a:lnTo>
                    <a:pt x="1800" y="20250"/>
                  </a:lnTo>
                  <a:cubicBezTo>
                    <a:pt x="1552" y="20250"/>
                    <a:pt x="1350" y="20048"/>
                    <a:pt x="1350" y="19800"/>
                  </a:cubicBezTo>
                  <a:lnTo>
                    <a:pt x="1350" y="3825"/>
                  </a:lnTo>
                  <a:cubicBezTo>
                    <a:pt x="1350" y="3577"/>
                    <a:pt x="1552" y="3375"/>
                    <a:pt x="1800" y="3375"/>
                  </a:cubicBezTo>
                  <a:lnTo>
                    <a:pt x="4725" y="3375"/>
                  </a:lnTo>
                  <a:lnTo>
                    <a:pt x="4725" y="4725"/>
                  </a:lnTo>
                  <a:cubicBezTo>
                    <a:pt x="4725" y="5098"/>
                    <a:pt x="5028" y="5400"/>
                    <a:pt x="5400" y="5400"/>
                  </a:cubicBezTo>
                  <a:cubicBezTo>
                    <a:pt x="5772" y="5400"/>
                    <a:pt x="6075" y="5098"/>
                    <a:pt x="6075" y="4725"/>
                  </a:cubicBezTo>
                  <a:lnTo>
                    <a:pt x="6075" y="3375"/>
                  </a:lnTo>
                  <a:lnTo>
                    <a:pt x="10125" y="3375"/>
                  </a:lnTo>
                  <a:lnTo>
                    <a:pt x="10125" y="4725"/>
                  </a:lnTo>
                  <a:cubicBezTo>
                    <a:pt x="10125" y="5098"/>
                    <a:pt x="10428" y="5400"/>
                    <a:pt x="10800" y="5400"/>
                  </a:cubicBezTo>
                  <a:cubicBezTo>
                    <a:pt x="11172" y="5400"/>
                    <a:pt x="11475" y="5098"/>
                    <a:pt x="11475" y="4725"/>
                  </a:cubicBezTo>
                  <a:lnTo>
                    <a:pt x="11475" y="3375"/>
                  </a:lnTo>
                  <a:lnTo>
                    <a:pt x="15525" y="3375"/>
                  </a:lnTo>
                  <a:lnTo>
                    <a:pt x="15525" y="4725"/>
                  </a:lnTo>
                  <a:cubicBezTo>
                    <a:pt x="15525" y="5098"/>
                    <a:pt x="15828" y="5400"/>
                    <a:pt x="16200" y="5400"/>
                  </a:cubicBezTo>
                  <a:cubicBezTo>
                    <a:pt x="16572" y="5400"/>
                    <a:pt x="16875" y="5098"/>
                    <a:pt x="16875" y="4725"/>
                  </a:cubicBezTo>
                  <a:lnTo>
                    <a:pt x="16875" y="3375"/>
                  </a:lnTo>
                  <a:lnTo>
                    <a:pt x="19800" y="3375"/>
                  </a:lnTo>
                  <a:cubicBezTo>
                    <a:pt x="20048" y="3375"/>
                    <a:pt x="20250" y="3577"/>
                    <a:pt x="20250" y="3825"/>
                  </a:cubicBezTo>
                  <a:cubicBezTo>
                    <a:pt x="20250" y="3825"/>
                    <a:pt x="20250" y="19800"/>
                    <a:pt x="20250" y="19800"/>
                  </a:cubicBezTo>
                  <a:close/>
                  <a:moveTo>
                    <a:pt x="19800" y="2025"/>
                  </a:moveTo>
                  <a:lnTo>
                    <a:pt x="16875" y="2025"/>
                  </a:lnTo>
                  <a:lnTo>
                    <a:pt x="16875" y="675"/>
                  </a:lnTo>
                  <a:cubicBezTo>
                    <a:pt x="16875" y="302"/>
                    <a:pt x="16572" y="0"/>
                    <a:pt x="16200" y="0"/>
                  </a:cubicBezTo>
                  <a:cubicBezTo>
                    <a:pt x="15828" y="0"/>
                    <a:pt x="15525" y="302"/>
                    <a:pt x="15525" y="675"/>
                  </a:cubicBezTo>
                  <a:lnTo>
                    <a:pt x="15525" y="2025"/>
                  </a:lnTo>
                  <a:lnTo>
                    <a:pt x="11475" y="2025"/>
                  </a:lnTo>
                  <a:lnTo>
                    <a:pt x="11475" y="675"/>
                  </a:lnTo>
                  <a:cubicBezTo>
                    <a:pt x="11475" y="302"/>
                    <a:pt x="11172" y="0"/>
                    <a:pt x="10800" y="0"/>
                  </a:cubicBezTo>
                  <a:cubicBezTo>
                    <a:pt x="10428" y="0"/>
                    <a:pt x="10125" y="302"/>
                    <a:pt x="10125" y="675"/>
                  </a:cubicBezTo>
                  <a:lnTo>
                    <a:pt x="10125" y="2025"/>
                  </a:lnTo>
                  <a:lnTo>
                    <a:pt x="6075" y="2025"/>
                  </a:lnTo>
                  <a:lnTo>
                    <a:pt x="6075" y="675"/>
                  </a:lnTo>
                  <a:cubicBezTo>
                    <a:pt x="6075" y="302"/>
                    <a:pt x="5772" y="0"/>
                    <a:pt x="5400" y="0"/>
                  </a:cubicBezTo>
                  <a:cubicBezTo>
                    <a:pt x="5028" y="0"/>
                    <a:pt x="4725" y="302"/>
                    <a:pt x="4725" y="675"/>
                  </a:cubicBezTo>
                  <a:lnTo>
                    <a:pt x="4725" y="2025"/>
                  </a:lnTo>
                  <a:lnTo>
                    <a:pt x="1800" y="2025"/>
                  </a:lnTo>
                  <a:cubicBezTo>
                    <a:pt x="806" y="2025"/>
                    <a:pt x="0" y="2831"/>
                    <a:pt x="0" y="3825"/>
                  </a:cubicBezTo>
                  <a:lnTo>
                    <a:pt x="0" y="19800"/>
                  </a:lnTo>
                  <a:cubicBezTo>
                    <a:pt x="0" y="20794"/>
                    <a:pt x="806" y="21600"/>
                    <a:pt x="1800" y="21600"/>
                  </a:cubicBezTo>
                  <a:lnTo>
                    <a:pt x="19800" y="21600"/>
                  </a:lnTo>
                  <a:cubicBezTo>
                    <a:pt x="20794" y="21600"/>
                    <a:pt x="21600" y="20794"/>
                    <a:pt x="21600" y="19800"/>
                  </a:cubicBezTo>
                  <a:lnTo>
                    <a:pt x="21600" y="3825"/>
                  </a:lnTo>
                  <a:cubicBezTo>
                    <a:pt x="21600" y="2831"/>
                    <a:pt x="20794" y="2025"/>
                    <a:pt x="19800" y="202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35" name="AutoShape 17"/>
            <p:cNvSpPr>
              <a:spLocks/>
            </p:cNvSpPr>
            <p:nvPr/>
          </p:nvSpPr>
          <p:spPr bwMode="auto">
            <a:xfrm>
              <a:off x="4724713" y="3554912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36" name="AutoShape 18"/>
            <p:cNvSpPr>
              <a:spLocks/>
            </p:cNvSpPr>
            <p:nvPr/>
          </p:nvSpPr>
          <p:spPr bwMode="auto">
            <a:xfrm>
              <a:off x="4724713" y="3616971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37" name="AutoShape 19"/>
            <p:cNvSpPr>
              <a:spLocks/>
            </p:cNvSpPr>
            <p:nvPr/>
          </p:nvSpPr>
          <p:spPr bwMode="auto">
            <a:xfrm>
              <a:off x="4724713" y="3679029"/>
              <a:ext cx="49812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39" name="AutoShape 20"/>
            <p:cNvSpPr>
              <a:spLocks/>
            </p:cNvSpPr>
            <p:nvPr/>
          </p:nvSpPr>
          <p:spPr bwMode="auto">
            <a:xfrm>
              <a:off x="4811178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41" name="AutoShape 21"/>
            <p:cNvSpPr>
              <a:spLocks/>
            </p:cNvSpPr>
            <p:nvPr/>
          </p:nvSpPr>
          <p:spPr bwMode="auto">
            <a:xfrm>
              <a:off x="4811178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43" name="AutoShape 22"/>
            <p:cNvSpPr>
              <a:spLocks/>
            </p:cNvSpPr>
            <p:nvPr/>
          </p:nvSpPr>
          <p:spPr bwMode="auto">
            <a:xfrm>
              <a:off x="4811178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59" name="AutoShape 23"/>
            <p:cNvSpPr>
              <a:spLocks/>
            </p:cNvSpPr>
            <p:nvPr/>
          </p:nvSpPr>
          <p:spPr bwMode="auto">
            <a:xfrm>
              <a:off x="4897644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61" name="AutoShape 24"/>
            <p:cNvSpPr>
              <a:spLocks/>
            </p:cNvSpPr>
            <p:nvPr/>
          </p:nvSpPr>
          <p:spPr bwMode="auto">
            <a:xfrm>
              <a:off x="4897644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63" name="AutoShape 25"/>
            <p:cNvSpPr>
              <a:spLocks/>
            </p:cNvSpPr>
            <p:nvPr/>
          </p:nvSpPr>
          <p:spPr bwMode="auto">
            <a:xfrm>
              <a:off x="4897644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</p:grpSp>
      <p:sp>
        <p:nvSpPr>
          <p:cNvPr id="64" name="Shape 167"/>
          <p:cNvSpPr/>
          <p:nvPr userDrawn="1"/>
        </p:nvSpPr>
        <p:spPr>
          <a:xfrm>
            <a:off x="4644691" y="2499339"/>
            <a:ext cx="360124" cy="480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5400"/>
                </a:moveTo>
                <a:cubicBezTo>
                  <a:pt x="9309" y="5400"/>
                  <a:pt x="8100" y="6306"/>
                  <a:pt x="8100" y="7425"/>
                </a:cubicBezTo>
                <a:cubicBezTo>
                  <a:pt x="8100" y="8543"/>
                  <a:pt x="9309" y="9450"/>
                  <a:pt x="10800" y="9450"/>
                </a:cubicBezTo>
                <a:cubicBezTo>
                  <a:pt x="12291" y="9450"/>
                  <a:pt x="13500" y="8543"/>
                  <a:pt x="13500" y="7425"/>
                </a:cubicBezTo>
                <a:cubicBezTo>
                  <a:pt x="13500" y="6306"/>
                  <a:pt x="12291" y="5400"/>
                  <a:pt x="10800" y="5400"/>
                </a:cubicBezTo>
                <a:close/>
                <a:moveTo>
                  <a:pt x="10800" y="10800"/>
                </a:moveTo>
                <a:cubicBezTo>
                  <a:pt x="8315" y="10800"/>
                  <a:pt x="6300" y="9289"/>
                  <a:pt x="6300" y="7425"/>
                </a:cubicBezTo>
                <a:cubicBezTo>
                  <a:pt x="6300" y="5561"/>
                  <a:pt x="8315" y="4050"/>
                  <a:pt x="10800" y="4050"/>
                </a:cubicBezTo>
                <a:cubicBezTo>
                  <a:pt x="13285" y="4050"/>
                  <a:pt x="15300" y="5561"/>
                  <a:pt x="15300" y="7425"/>
                </a:cubicBezTo>
                <a:cubicBezTo>
                  <a:pt x="15300" y="9289"/>
                  <a:pt x="13285" y="10800"/>
                  <a:pt x="10800" y="10800"/>
                </a:cubicBezTo>
                <a:close/>
                <a:moveTo>
                  <a:pt x="10800" y="1350"/>
                </a:moveTo>
                <a:cubicBezTo>
                  <a:pt x="5830" y="1350"/>
                  <a:pt x="1800" y="4410"/>
                  <a:pt x="1800" y="8184"/>
                </a:cubicBezTo>
                <a:cubicBezTo>
                  <a:pt x="1800" y="11959"/>
                  <a:pt x="10800" y="19575"/>
                  <a:pt x="10800" y="19575"/>
                </a:cubicBezTo>
                <a:cubicBezTo>
                  <a:pt x="10800" y="19575"/>
                  <a:pt x="19800" y="11959"/>
                  <a:pt x="19800" y="8184"/>
                </a:cubicBezTo>
                <a:cubicBezTo>
                  <a:pt x="19800" y="4410"/>
                  <a:pt x="15771" y="1350"/>
                  <a:pt x="10800" y="1350"/>
                </a:cubicBezTo>
                <a:close/>
                <a:moveTo>
                  <a:pt x="10800" y="21600"/>
                </a:moveTo>
                <a:cubicBezTo>
                  <a:pt x="10800" y="21600"/>
                  <a:pt x="0" y="12573"/>
                  <a:pt x="0" y="8100"/>
                </a:cubicBezTo>
                <a:cubicBezTo>
                  <a:pt x="0" y="3626"/>
                  <a:pt x="4835" y="0"/>
                  <a:pt x="10800" y="0"/>
                </a:cubicBezTo>
                <a:cubicBezTo>
                  <a:pt x="16765" y="0"/>
                  <a:pt x="21600" y="3626"/>
                  <a:pt x="21600" y="8100"/>
                </a:cubicBezTo>
                <a:cubicBezTo>
                  <a:pt x="21600" y="12573"/>
                  <a:pt x="10800" y="21600"/>
                  <a:pt x="108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 lang="en-US" noProof="0"/>
          </a:p>
        </p:txBody>
      </p:sp>
      <p:sp>
        <p:nvSpPr>
          <p:cNvPr id="65" name="CuadroTexto 7"/>
          <p:cNvSpPr txBox="1"/>
          <p:nvPr userDrawn="1"/>
        </p:nvSpPr>
        <p:spPr>
          <a:xfrm>
            <a:off x="5373255" y="4294521"/>
            <a:ext cx="1717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en-US" sz="2000" kern="1200" noProof="0">
                <a:solidFill>
                  <a:schemeClr val="accent1"/>
                </a:solidFill>
                <a:latin typeface="Arial Narrow" panose="020B0606020202030204" pitchFamily="34" charset="0"/>
                <a:ea typeface="+mn-ea"/>
                <a:cs typeface="+mn-cs"/>
              </a:rPr>
              <a:t>Next week tasks</a:t>
            </a:r>
          </a:p>
        </p:txBody>
      </p:sp>
      <p:cxnSp>
        <p:nvCxnSpPr>
          <p:cNvPr id="66" name="Conector recto 8"/>
          <p:cNvCxnSpPr/>
          <p:nvPr userDrawn="1"/>
        </p:nvCxnSpPr>
        <p:spPr>
          <a:xfrm>
            <a:off x="5259173" y="4206576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67" name="CuadroTexto 9"/>
          <p:cNvSpPr txBox="1"/>
          <p:nvPr userDrawn="1"/>
        </p:nvSpPr>
        <p:spPr>
          <a:xfrm>
            <a:off x="5373255" y="3417109"/>
            <a:ext cx="1681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en-US" sz="2000" kern="1200" noProof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rPr>
              <a:t>Last week tasks</a:t>
            </a:r>
          </a:p>
        </p:txBody>
      </p:sp>
      <p:cxnSp>
        <p:nvCxnSpPr>
          <p:cNvPr id="69" name="Conector recto 10"/>
          <p:cNvCxnSpPr/>
          <p:nvPr userDrawn="1"/>
        </p:nvCxnSpPr>
        <p:spPr>
          <a:xfrm>
            <a:off x="5259173" y="3329164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70" name="Shape 160"/>
          <p:cNvSpPr/>
          <p:nvPr userDrawn="1"/>
        </p:nvSpPr>
        <p:spPr>
          <a:xfrm>
            <a:off x="4644753" y="4347158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1" name="Shape 160"/>
          <p:cNvSpPr/>
          <p:nvPr userDrawn="1"/>
        </p:nvSpPr>
        <p:spPr>
          <a:xfrm rot="10800000">
            <a:off x="4644753" y="3450390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5" name="Rectángulo 24"/>
          <p:cNvSpPr/>
          <p:nvPr userDrawn="1"/>
        </p:nvSpPr>
        <p:spPr>
          <a:xfrm>
            <a:off x="380146" y="520080"/>
            <a:ext cx="130676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s-ES" sz="4000" noProof="0">
                <a:solidFill>
                  <a:schemeClr val="accent1"/>
                </a:solidFill>
                <a:latin typeface="Arial Narrow" panose="020B0606020202030204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02604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ro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1CB60B27-3339-4968-B60C-5595DBAA9393}"/>
              </a:ext>
            </a:extLst>
          </p:cNvPr>
          <p:cNvSpPr/>
          <p:nvPr userDrawn="1"/>
        </p:nvSpPr>
        <p:spPr>
          <a:xfrm>
            <a:off x="1" y="0"/>
            <a:ext cx="10555357" cy="6858000"/>
          </a:xfrm>
          <a:custGeom>
            <a:avLst/>
            <a:gdLst>
              <a:gd name="connsiteX0" fmla="*/ 0 w 10555357"/>
              <a:gd name="connsiteY0" fmla="*/ 0 h 6858000"/>
              <a:gd name="connsiteX1" fmla="*/ 10555357 w 10555357"/>
              <a:gd name="connsiteY1" fmla="*/ 0 h 6858000"/>
              <a:gd name="connsiteX2" fmla="*/ 10555357 w 10555357"/>
              <a:gd name="connsiteY2" fmla="*/ 2822713 h 6858000"/>
              <a:gd name="connsiteX3" fmla="*/ 8925339 w 10555357"/>
              <a:gd name="connsiteY3" fmla="*/ 2822713 h 6858000"/>
              <a:gd name="connsiteX4" fmla="*/ 8925339 w 10555357"/>
              <a:gd name="connsiteY4" fmla="*/ 6858000 h 6858000"/>
              <a:gd name="connsiteX5" fmla="*/ 0 w 1055535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55357" h="6858000">
                <a:moveTo>
                  <a:pt x="0" y="0"/>
                </a:moveTo>
                <a:lnTo>
                  <a:pt x="10555357" y="0"/>
                </a:lnTo>
                <a:lnTo>
                  <a:pt x="10555357" y="2822713"/>
                </a:lnTo>
                <a:lnTo>
                  <a:pt x="8925339" y="2822713"/>
                </a:lnTo>
                <a:lnTo>
                  <a:pt x="892533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7560000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/>
              <a:t>Click to modify the title style of the master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accent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00128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Sección sin ico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A695D07-0FCC-4BB8-BB01-B0B399C5F4AC}"/>
              </a:ext>
            </a:extLst>
          </p:cNvPr>
          <p:cNvSpPr/>
          <p:nvPr userDrawn="1"/>
        </p:nvSpPr>
        <p:spPr>
          <a:xfrm>
            <a:off x="0" y="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ES" kern="0">
              <a:solidFill>
                <a:prstClr val="white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D152E66-BEBD-456C-B2DA-A7CCDA367262}"/>
              </a:ext>
            </a:extLst>
          </p:cNvPr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98CE925-9570-451C-B886-4081E0AF8D71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6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A695D07-0FCC-4BB8-BB01-B0B399C5F4AC}"/>
              </a:ext>
            </a:extLst>
          </p:cNvPr>
          <p:cNvSpPr/>
          <p:nvPr userDrawn="1"/>
        </p:nvSpPr>
        <p:spPr>
          <a:xfrm>
            <a:off x="0" y="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ES" kern="0">
              <a:solidFill>
                <a:prstClr val="white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D152E66-BEBD-456C-B2DA-A7CCDA367262}"/>
              </a:ext>
            </a:extLst>
          </p:cNvPr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98CE925-9570-451C-B886-4081E0AF8D71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upo 35">
            <a:extLst>
              <a:ext uri="{FF2B5EF4-FFF2-40B4-BE49-F238E27FC236}">
                <a16:creationId xmlns:a16="http://schemas.microsoft.com/office/drawing/2014/main" id="{C36259BF-62D3-43CB-BFF9-FC28D52E8810}"/>
              </a:ext>
            </a:extLst>
          </p:cNvPr>
          <p:cNvGrpSpPr/>
          <p:nvPr userDrawn="1"/>
        </p:nvGrpSpPr>
        <p:grpSpPr>
          <a:xfrm>
            <a:off x="341864" y="329896"/>
            <a:ext cx="394961" cy="396085"/>
            <a:chOff x="4757263" y="2259880"/>
            <a:chExt cx="315825" cy="316724"/>
          </a:xfrm>
          <a:solidFill>
            <a:schemeClr val="accent1"/>
          </a:solidFill>
        </p:grpSpPr>
        <p:sp>
          <p:nvSpPr>
            <p:cNvPr id="37" name="AutoShape 82">
              <a:extLst>
                <a:ext uri="{FF2B5EF4-FFF2-40B4-BE49-F238E27FC236}">
                  <a16:creationId xmlns:a16="http://schemas.microsoft.com/office/drawing/2014/main" id="{7394D209-A544-4BBF-8798-A0F643B4C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263" y="2259880"/>
              <a:ext cx="315825" cy="316724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250" y="18900"/>
                  </a:moveTo>
                  <a:cubicBezTo>
                    <a:pt x="20250" y="19644"/>
                    <a:pt x="19645" y="20250"/>
                    <a:pt x="18900" y="20250"/>
                  </a:cubicBezTo>
                  <a:lnTo>
                    <a:pt x="2700" y="20250"/>
                  </a:lnTo>
                  <a:cubicBezTo>
                    <a:pt x="1955" y="20250"/>
                    <a:pt x="1350" y="19644"/>
                    <a:pt x="1350" y="18900"/>
                  </a:cubicBezTo>
                  <a:lnTo>
                    <a:pt x="1350" y="5400"/>
                  </a:lnTo>
                  <a:cubicBezTo>
                    <a:pt x="1350" y="5028"/>
                    <a:pt x="1653" y="4725"/>
                    <a:pt x="2025" y="4725"/>
                  </a:cubicBezTo>
                  <a:lnTo>
                    <a:pt x="2700" y="4725"/>
                  </a:lnTo>
                  <a:lnTo>
                    <a:pt x="2700" y="18225"/>
                  </a:lnTo>
                  <a:cubicBezTo>
                    <a:pt x="2700" y="18598"/>
                    <a:pt x="3002" y="18900"/>
                    <a:pt x="3375" y="18900"/>
                  </a:cubicBezTo>
                  <a:cubicBezTo>
                    <a:pt x="3748" y="18900"/>
                    <a:pt x="4050" y="18598"/>
                    <a:pt x="4050" y="18225"/>
                  </a:cubicBezTo>
                  <a:lnTo>
                    <a:pt x="4050" y="2025"/>
                  </a:lnTo>
                  <a:cubicBezTo>
                    <a:pt x="4050" y="1653"/>
                    <a:pt x="4353" y="1350"/>
                    <a:pt x="4725" y="1350"/>
                  </a:cubicBezTo>
                  <a:lnTo>
                    <a:pt x="19575" y="1350"/>
                  </a:lnTo>
                  <a:cubicBezTo>
                    <a:pt x="19947" y="1350"/>
                    <a:pt x="20250" y="1653"/>
                    <a:pt x="20250" y="2025"/>
                  </a:cubicBezTo>
                  <a:cubicBezTo>
                    <a:pt x="20250" y="2025"/>
                    <a:pt x="20250" y="18900"/>
                    <a:pt x="20250" y="18900"/>
                  </a:cubicBezTo>
                  <a:close/>
                  <a:moveTo>
                    <a:pt x="19575" y="0"/>
                  </a:moveTo>
                  <a:lnTo>
                    <a:pt x="4725" y="0"/>
                  </a:lnTo>
                  <a:cubicBezTo>
                    <a:pt x="3606" y="0"/>
                    <a:pt x="2700" y="906"/>
                    <a:pt x="2700" y="2025"/>
                  </a:cubicBezTo>
                  <a:lnTo>
                    <a:pt x="2700" y="3375"/>
                  </a:lnTo>
                  <a:lnTo>
                    <a:pt x="2025" y="3375"/>
                  </a:lnTo>
                  <a:cubicBezTo>
                    <a:pt x="906" y="3375"/>
                    <a:pt x="0" y="4281"/>
                    <a:pt x="0" y="5400"/>
                  </a:cubicBezTo>
                  <a:lnTo>
                    <a:pt x="0" y="18900"/>
                  </a:lnTo>
                  <a:cubicBezTo>
                    <a:pt x="0" y="20391"/>
                    <a:pt x="1209" y="21600"/>
                    <a:pt x="2700" y="21600"/>
                  </a:cubicBezTo>
                  <a:lnTo>
                    <a:pt x="18900" y="21600"/>
                  </a:lnTo>
                  <a:cubicBezTo>
                    <a:pt x="20391" y="21600"/>
                    <a:pt x="21600" y="20391"/>
                    <a:pt x="21600" y="18900"/>
                  </a:cubicBezTo>
                  <a:lnTo>
                    <a:pt x="21600" y="2025"/>
                  </a:lnTo>
                  <a:cubicBezTo>
                    <a:pt x="21600" y="906"/>
                    <a:pt x="20694" y="0"/>
                    <a:pt x="1957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38" name="AutoShape 83">
              <a:extLst>
                <a:ext uri="{FF2B5EF4-FFF2-40B4-BE49-F238E27FC236}">
                  <a16:creationId xmlns:a16="http://schemas.microsoft.com/office/drawing/2014/main" id="{F495D885-429A-4989-BE53-8AFFED824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949" y="2378274"/>
              <a:ext cx="88943" cy="980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200" y="21600"/>
                  </a:moveTo>
                  <a:lnTo>
                    <a:pt x="20400" y="21600"/>
                  </a:lnTo>
                  <a:cubicBezTo>
                    <a:pt x="21062" y="21600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8" y="0"/>
                    <a:pt x="0" y="4830"/>
                    <a:pt x="0" y="10800"/>
                  </a:cubicBezTo>
                  <a:cubicBezTo>
                    <a:pt x="0" y="16748"/>
                    <a:pt x="538" y="21600"/>
                    <a:pt x="1200" y="2160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39" name="AutoShape 84">
              <a:extLst>
                <a:ext uri="{FF2B5EF4-FFF2-40B4-BE49-F238E27FC236}">
                  <a16:creationId xmlns:a16="http://schemas.microsoft.com/office/drawing/2014/main" id="{02621468-8AA6-42B9-9B09-E63C81908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949" y="2348864"/>
              <a:ext cx="88943" cy="980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200" y="21600"/>
                  </a:moveTo>
                  <a:lnTo>
                    <a:pt x="20400" y="21600"/>
                  </a:lnTo>
                  <a:cubicBezTo>
                    <a:pt x="21062" y="21600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8" y="0"/>
                    <a:pt x="0" y="4830"/>
                    <a:pt x="0" y="10800"/>
                  </a:cubicBezTo>
                  <a:cubicBezTo>
                    <a:pt x="0" y="16748"/>
                    <a:pt x="538" y="21600"/>
                    <a:pt x="1200" y="2160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40" name="AutoShape 85">
              <a:extLst>
                <a:ext uri="{FF2B5EF4-FFF2-40B4-BE49-F238E27FC236}">
                  <a16:creationId xmlns:a16="http://schemas.microsoft.com/office/drawing/2014/main" id="{B945912D-5587-4186-92A5-9049ECD0CA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949" y="2318700"/>
              <a:ext cx="88943" cy="980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200" y="21600"/>
                  </a:moveTo>
                  <a:lnTo>
                    <a:pt x="20400" y="21600"/>
                  </a:lnTo>
                  <a:cubicBezTo>
                    <a:pt x="21062" y="21600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8" y="0"/>
                    <a:pt x="0" y="4830"/>
                    <a:pt x="0" y="10800"/>
                  </a:cubicBezTo>
                  <a:cubicBezTo>
                    <a:pt x="0" y="16748"/>
                    <a:pt x="538" y="21600"/>
                    <a:pt x="1200" y="2160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41" name="AutoShape 86">
              <a:extLst>
                <a:ext uri="{FF2B5EF4-FFF2-40B4-BE49-F238E27FC236}">
                  <a16:creationId xmlns:a16="http://schemas.microsoft.com/office/drawing/2014/main" id="{84B954C3-9A47-4A86-ACF4-E16771D98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654" y="2526833"/>
              <a:ext cx="89697" cy="980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8" y="0"/>
                    <a:pt x="0" y="4852"/>
                    <a:pt x="0" y="10800"/>
                  </a:cubicBezTo>
                  <a:cubicBezTo>
                    <a:pt x="0" y="16791"/>
                    <a:pt x="538" y="21600"/>
                    <a:pt x="1200" y="21600"/>
                  </a:cubicBezTo>
                  <a:lnTo>
                    <a:pt x="20400" y="21600"/>
                  </a:lnTo>
                  <a:cubicBezTo>
                    <a:pt x="21062" y="21600"/>
                    <a:pt x="21600" y="16791"/>
                    <a:pt x="21600" y="10800"/>
                  </a:cubicBezTo>
                  <a:cubicBezTo>
                    <a:pt x="21600" y="4852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42" name="AutoShape 87">
              <a:extLst>
                <a:ext uri="{FF2B5EF4-FFF2-40B4-BE49-F238E27FC236}">
                  <a16:creationId xmlns:a16="http://schemas.microsoft.com/office/drawing/2014/main" id="{17CD4679-26D5-483D-83CC-7735DB2CB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654" y="2497423"/>
              <a:ext cx="89697" cy="980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8" y="0"/>
                    <a:pt x="0" y="4852"/>
                    <a:pt x="0" y="10800"/>
                  </a:cubicBezTo>
                  <a:cubicBezTo>
                    <a:pt x="0" y="16791"/>
                    <a:pt x="538" y="21600"/>
                    <a:pt x="1200" y="21600"/>
                  </a:cubicBezTo>
                  <a:lnTo>
                    <a:pt x="20400" y="21600"/>
                  </a:lnTo>
                  <a:cubicBezTo>
                    <a:pt x="21062" y="21600"/>
                    <a:pt x="21600" y="16791"/>
                    <a:pt x="21600" y="10800"/>
                  </a:cubicBezTo>
                  <a:cubicBezTo>
                    <a:pt x="21600" y="4852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43" name="AutoShape 88">
              <a:extLst>
                <a:ext uri="{FF2B5EF4-FFF2-40B4-BE49-F238E27FC236}">
                  <a16:creationId xmlns:a16="http://schemas.microsoft.com/office/drawing/2014/main" id="{CC567A1E-70DA-4DAB-91AE-B2E7FDBE0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654" y="2467259"/>
              <a:ext cx="89697" cy="980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8" y="0"/>
                    <a:pt x="0" y="4852"/>
                    <a:pt x="0" y="10800"/>
                  </a:cubicBezTo>
                  <a:cubicBezTo>
                    <a:pt x="0" y="16791"/>
                    <a:pt x="538" y="21600"/>
                    <a:pt x="1200" y="21600"/>
                  </a:cubicBezTo>
                  <a:lnTo>
                    <a:pt x="20400" y="21600"/>
                  </a:lnTo>
                  <a:cubicBezTo>
                    <a:pt x="21062" y="21600"/>
                    <a:pt x="21600" y="16791"/>
                    <a:pt x="21600" y="10800"/>
                  </a:cubicBezTo>
                  <a:cubicBezTo>
                    <a:pt x="21600" y="4852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44" name="AutoShape 89">
              <a:extLst>
                <a:ext uri="{FF2B5EF4-FFF2-40B4-BE49-F238E27FC236}">
                  <a16:creationId xmlns:a16="http://schemas.microsoft.com/office/drawing/2014/main" id="{D8B40979-20CF-45B8-9F26-0663A9C4D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949" y="2526833"/>
              <a:ext cx="88943" cy="980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8" y="0"/>
                    <a:pt x="0" y="4852"/>
                    <a:pt x="0" y="10800"/>
                  </a:cubicBezTo>
                  <a:cubicBezTo>
                    <a:pt x="0" y="16791"/>
                    <a:pt x="538" y="21600"/>
                    <a:pt x="1200" y="21600"/>
                  </a:cubicBezTo>
                  <a:lnTo>
                    <a:pt x="20400" y="21600"/>
                  </a:lnTo>
                  <a:cubicBezTo>
                    <a:pt x="21062" y="21600"/>
                    <a:pt x="21600" y="16791"/>
                    <a:pt x="21600" y="10800"/>
                  </a:cubicBezTo>
                  <a:cubicBezTo>
                    <a:pt x="21600" y="4852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45" name="AutoShape 90">
              <a:extLst>
                <a:ext uri="{FF2B5EF4-FFF2-40B4-BE49-F238E27FC236}">
                  <a16:creationId xmlns:a16="http://schemas.microsoft.com/office/drawing/2014/main" id="{8B291257-7075-4A74-B220-5964790D1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949" y="2497423"/>
              <a:ext cx="88943" cy="980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8" y="0"/>
                    <a:pt x="0" y="4852"/>
                    <a:pt x="0" y="10800"/>
                  </a:cubicBezTo>
                  <a:cubicBezTo>
                    <a:pt x="0" y="16791"/>
                    <a:pt x="538" y="21600"/>
                    <a:pt x="1200" y="21600"/>
                  </a:cubicBezTo>
                  <a:lnTo>
                    <a:pt x="20400" y="21600"/>
                  </a:lnTo>
                  <a:cubicBezTo>
                    <a:pt x="21062" y="21600"/>
                    <a:pt x="21600" y="16791"/>
                    <a:pt x="21600" y="10800"/>
                  </a:cubicBezTo>
                  <a:cubicBezTo>
                    <a:pt x="21600" y="4852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46" name="AutoShape 91">
              <a:extLst>
                <a:ext uri="{FF2B5EF4-FFF2-40B4-BE49-F238E27FC236}">
                  <a16:creationId xmlns:a16="http://schemas.microsoft.com/office/drawing/2014/main" id="{8AC5B047-A787-4318-81B8-99034B502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949" y="2467259"/>
              <a:ext cx="88943" cy="980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8" y="0"/>
                    <a:pt x="0" y="4852"/>
                    <a:pt x="0" y="10800"/>
                  </a:cubicBezTo>
                  <a:cubicBezTo>
                    <a:pt x="0" y="16791"/>
                    <a:pt x="538" y="21600"/>
                    <a:pt x="1200" y="21600"/>
                  </a:cubicBezTo>
                  <a:lnTo>
                    <a:pt x="20400" y="21600"/>
                  </a:lnTo>
                  <a:cubicBezTo>
                    <a:pt x="21062" y="21600"/>
                    <a:pt x="21600" y="16791"/>
                    <a:pt x="21600" y="10800"/>
                  </a:cubicBezTo>
                  <a:cubicBezTo>
                    <a:pt x="21600" y="4852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47" name="AutoShape 92">
              <a:extLst>
                <a:ext uri="{FF2B5EF4-FFF2-40B4-BE49-F238E27FC236}">
                  <a16:creationId xmlns:a16="http://schemas.microsoft.com/office/drawing/2014/main" id="{94561A41-213B-450A-A01E-6E7C38F1F7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654" y="2407685"/>
              <a:ext cx="198238" cy="10557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060" y="0"/>
                  </a:moveTo>
                  <a:lnTo>
                    <a:pt x="540" y="0"/>
                  </a:lnTo>
                  <a:cubicBezTo>
                    <a:pt x="242" y="0"/>
                    <a:pt x="0" y="4852"/>
                    <a:pt x="0" y="10800"/>
                  </a:cubicBezTo>
                  <a:cubicBezTo>
                    <a:pt x="0" y="16770"/>
                    <a:pt x="242" y="21600"/>
                    <a:pt x="540" y="21600"/>
                  </a:cubicBezTo>
                  <a:lnTo>
                    <a:pt x="21060" y="21600"/>
                  </a:lnTo>
                  <a:cubicBezTo>
                    <a:pt x="21358" y="21600"/>
                    <a:pt x="21600" y="16770"/>
                    <a:pt x="21600" y="10800"/>
                  </a:cubicBezTo>
                  <a:cubicBezTo>
                    <a:pt x="21600" y="4852"/>
                    <a:pt x="21358" y="0"/>
                    <a:pt x="210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48" name="AutoShape 93">
              <a:extLst>
                <a:ext uri="{FF2B5EF4-FFF2-40B4-BE49-F238E27FC236}">
                  <a16:creationId xmlns:a16="http://schemas.microsoft.com/office/drawing/2014/main" id="{63C3EEDC-C24A-461B-9337-8984E122E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654" y="2437849"/>
              <a:ext cx="198238" cy="980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060" y="0"/>
                  </a:moveTo>
                  <a:lnTo>
                    <a:pt x="540" y="0"/>
                  </a:lnTo>
                  <a:cubicBezTo>
                    <a:pt x="242" y="0"/>
                    <a:pt x="0" y="4852"/>
                    <a:pt x="0" y="10800"/>
                  </a:cubicBezTo>
                  <a:cubicBezTo>
                    <a:pt x="0" y="16791"/>
                    <a:pt x="242" y="21600"/>
                    <a:pt x="540" y="21600"/>
                  </a:cubicBezTo>
                  <a:lnTo>
                    <a:pt x="21060" y="21600"/>
                  </a:lnTo>
                  <a:cubicBezTo>
                    <a:pt x="21358" y="21600"/>
                    <a:pt x="21600" y="16791"/>
                    <a:pt x="21600" y="10800"/>
                  </a:cubicBezTo>
                  <a:cubicBezTo>
                    <a:pt x="21600" y="4852"/>
                    <a:pt x="21358" y="0"/>
                    <a:pt x="210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49" name="AutoShape 94">
              <a:extLst>
                <a:ext uri="{FF2B5EF4-FFF2-40B4-BE49-F238E27FC236}">
                  <a16:creationId xmlns:a16="http://schemas.microsoft.com/office/drawing/2014/main" id="{53765E1D-1FF7-4119-B6A7-CB2FF06FD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654" y="2299093"/>
              <a:ext cx="89697" cy="88984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4800" y="4793"/>
                  </a:moveTo>
                  <a:lnTo>
                    <a:pt x="16800" y="4793"/>
                  </a:lnTo>
                  <a:lnTo>
                    <a:pt x="16800" y="16798"/>
                  </a:lnTo>
                  <a:lnTo>
                    <a:pt x="4800" y="16798"/>
                  </a:lnTo>
                  <a:cubicBezTo>
                    <a:pt x="4800" y="16798"/>
                    <a:pt x="4800" y="4793"/>
                    <a:pt x="4800" y="4793"/>
                  </a:cubicBezTo>
                  <a:close/>
                  <a:moveTo>
                    <a:pt x="2400" y="21600"/>
                  </a:moveTo>
                  <a:lnTo>
                    <a:pt x="19200" y="21600"/>
                  </a:lnTo>
                  <a:cubicBezTo>
                    <a:pt x="20528" y="21600"/>
                    <a:pt x="21600" y="20524"/>
                    <a:pt x="21600" y="19199"/>
                  </a:cubicBezTo>
                  <a:lnTo>
                    <a:pt x="21600" y="2401"/>
                  </a:lnTo>
                  <a:cubicBezTo>
                    <a:pt x="21600" y="1076"/>
                    <a:pt x="20528" y="0"/>
                    <a:pt x="19200" y="0"/>
                  </a:cubicBezTo>
                  <a:lnTo>
                    <a:pt x="2400" y="0"/>
                  </a:lnTo>
                  <a:cubicBezTo>
                    <a:pt x="1072" y="0"/>
                    <a:pt x="0" y="1076"/>
                    <a:pt x="0" y="2401"/>
                  </a:cubicBezTo>
                  <a:lnTo>
                    <a:pt x="0" y="19199"/>
                  </a:lnTo>
                  <a:cubicBezTo>
                    <a:pt x="0" y="20524"/>
                    <a:pt x="1072" y="21600"/>
                    <a:pt x="2400" y="2160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</p:grpSp>
      <p:pic>
        <p:nvPicPr>
          <p:cNvPr id="74" name="Imagen 73">
            <a:extLst>
              <a:ext uri="{FF2B5EF4-FFF2-40B4-BE49-F238E27FC236}">
                <a16:creationId xmlns:a16="http://schemas.microsoft.com/office/drawing/2014/main" id="{FEBB9E46-26B0-442B-A59C-FE3C558585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8294"/>
          <a:stretch/>
        </p:blipFill>
        <p:spPr>
          <a:xfrm>
            <a:off x="10130400" y="1688400"/>
            <a:ext cx="2061600" cy="3993226"/>
          </a:xfrm>
          <a:prstGeom prst="rect">
            <a:avLst/>
          </a:prstGeom>
        </p:spPr>
      </p:pic>
      <p:sp>
        <p:nvSpPr>
          <p:cNvPr id="23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24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36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TOS ABIER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/>
          <p:nvPr userDrawn="1"/>
        </p:nvSpPr>
        <p:spPr>
          <a:xfrm>
            <a:off x="0" y="505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Elipse 1"/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hape 167"/>
          <p:cNvSpPr/>
          <p:nvPr userDrawn="1"/>
        </p:nvSpPr>
        <p:spPr>
          <a:xfrm>
            <a:off x="359283" y="272290"/>
            <a:ext cx="360124" cy="480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5400"/>
                </a:moveTo>
                <a:cubicBezTo>
                  <a:pt x="9309" y="5400"/>
                  <a:pt x="8100" y="6306"/>
                  <a:pt x="8100" y="7425"/>
                </a:cubicBezTo>
                <a:cubicBezTo>
                  <a:pt x="8100" y="8543"/>
                  <a:pt x="9309" y="9450"/>
                  <a:pt x="10800" y="9450"/>
                </a:cubicBezTo>
                <a:cubicBezTo>
                  <a:pt x="12291" y="9450"/>
                  <a:pt x="13500" y="8543"/>
                  <a:pt x="13500" y="7425"/>
                </a:cubicBezTo>
                <a:cubicBezTo>
                  <a:pt x="13500" y="6306"/>
                  <a:pt x="12291" y="5400"/>
                  <a:pt x="10800" y="5400"/>
                </a:cubicBezTo>
                <a:close/>
                <a:moveTo>
                  <a:pt x="10800" y="10800"/>
                </a:moveTo>
                <a:cubicBezTo>
                  <a:pt x="8315" y="10800"/>
                  <a:pt x="6300" y="9289"/>
                  <a:pt x="6300" y="7425"/>
                </a:cubicBezTo>
                <a:cubicBezTo>
                  <a:pt x="6300" y="5561"/>
                  <a:pt x="8315" y="4050"/>
                  <a:pt x="10800" y="4050"/>
                </a:cubicBezTo>
                <a:cubicBezTo>
                  <a:pt x="13285" y="4050"/>
                  <a:pt x="15300" y="5561"/>
                  <a:pt x="15300" y="7425"/>
                </a:cubicBezTo>
                <a:cubicBezTo>
                  <a:pt x="15300" y="9289"/>
                  <a:pt x="13285" y="10800"/>
                  <a:pt x="10800" y="10800"/>
                </a:cubicBezTo>
                <a:close/>
                <a:moveTo>
                  <a:pt x="10800" y="1350"/>
                </a:moveTo>
                <a:cubicBezTo>
                  <a:pt x="5830" y="1350"/>
                  <a:pt x="1800" y="4410"/>
                  <a:pt x="1800" y="8184"/>
                </a:cubicBezTo>
                <a:cubicBezTo>
                  <a:pt x="1800" y="11959"/>
                  <a:pt x="10800" y="19575"/>
                  <a:pt x="10800" y="19575"/>
                </a:cubicBezTo>
                <a:cubicBezTo>
                  <a:pt x="10800" y="19575"/>
                  <a:pt x="19800" y="11959"/>
                  <a:pt x="19800" y="8184"/>
                </a:cubicBezTo>
                <a:cubicBezTo>
                  <a:pt x="19800" y="4410"/>
                  <a:pt x="15771" y="1350"/>
                  <a:pt x="10800" y="1350"/>
                </a:cubicBezTo>
                <a:close/>
                <a:moveTo>
                  <a:pt x="10800" y="21600"/>
                </a:moveTo>
                <a:cubicBezTo>
                  <a:pt x="10800" y="21600"/>
                  <a:pt x="0" y="12573"/>
                  <a:pt x="0" y="8100"/>
                </a:cubicBezTo>
                <a:cubicBezTo>
                  <a:pt x="0" y="3626"/>
                  <a:pt x="4835" y="0"/>
                  <a:pt x="10800" y="0"/>
                </a:cubicBezTo>
                <a:cubicBezTo>
                  <a:pt x="16765" y="0"/>
                  <a:pt x="21600" y="3626"/>
                  <a:pt x="21600" y="8100"/>
                </a:cubicBezTo>
                <a:cubicBezTo>
                  <a:pt x="21600" y="12573"/>
                  <a:pt x="10800" y="21600"/>
                  <a:pt x="108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0" name="Forma libre 9"/>
          <p:cNvSpPr/>
          <p:nvPr userDrawn="1"/>
        </p:nvSpPr>
        <p:spPr>
          <a:xfrm>
            <a:off x="10695735" y="1588010"/>
            <a:ext cx="1496265" cy="3995533"/>
          </a:xfrm>
          <a:custGeom>
            <a:avLst/>
            <a:gdLst>
              <a:gd name="connsiteX0" fmla="*/ 1496265 w 1496265"/>
              <a:gd name="connsiteY0" fmla="*/ 749163 h 3995533"/>
              <a:gd name="connsiteX1" fmla="*/ 1496265 w 1496265"/>
              <a:gd name="connsiteY1" fmla="*/ 998883 h 3995533"/>
              <a:gd name="connsiteX2" fmla="*/ 1122198 w 1496265"/>
              <a:gd name="connsiteY2" fmla="*/ 1373465 h 3995533"/>
              <a:gd name="connsiteX3" fmla="*/ 1496265 w 1496265"/>
              <a:gd name="connsiteY3" fmla="*/ 1748046 h 3995533"/>
              <a:gd name="connsiteX4" fmla="*/ 1496265 w 1496265"/>
              <a:gd name="connsiteY4" fmla="*/ 1997767 h 3995533"/>
              <a:gd name="connsiteX5" fmla="*/ 872821 w 1496265"/>
              <a:gd name="connsiteY5" fmla="*/ 1373465 h 3995533"/>
              <a:gd name="connsiteX6" fmla="*/ 1496265 w 1496265"/>
              <a:gd name="connsiteY6" fmla="*/ 749163 h 3995533"/>
              <a:gd name="connsiteX7" fmla="*/ 1496265 w 1496265"/>
              <a:gd name="connsiteY7" fmla="*/ 0 h 3995533"/>
              <a:gd name="connsiteX8" fmla="*/ 1496265 w 1496265"/>
              <a:gd name="connsiteY8" fmla="*/ 249721 h 3995533"/>
              <a:gd name="connsiteX9" fmla="*/ 249377 w 1496265"/>
              <a:gd name="connsiteY9" fmla="*/ 1513863 h 3995533"/>
              <a:gd name="connsiteX10" fmla="*/ 1496265 w 1496265"/>
              <a:gd name="connsiteY10" fmla="*/ 3620952 h 3995533"/>
              <a:gd name="connsiteX11" fmla="*/ 1496265 w 1496265"/>
              <a:gd name="connsiteY11" fmla="*/ 3995533 h 3995533"/>
              <a:gd name="connsiteX12" fmla="*/ 0 w 1496265"/>
              <a:gd name="connsiteY12" fmla="*/ 1498325 h 3995533"/>
              <a:gd name="connsiteX13" fmla="*/ 1496265 w 1496265"/>
              <a:gd name="connsiteY13" fmla="*/ 0 h 3995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6265" h="3995533">
                <a:moveTo>
                  <a:pt x="1496265" y="749163"/>
                </a:moveTo>
                <a:lnTo>
                  <a:pt x="1496265" y="998883"/>
                </a:lnTo>
                <a:cubicBezTo>
                  <a:pt x="1289697" y="998883"/>
                  <a:pt x="1122198" y="1166474"/>
                  <a:pt x="1122198" y="1373465"/>
                </a:cubicBezTo>
                <a:cubicBezTo>
                  <a:pt x="1122198" y="1580270"/>
                  <a:pt x="1289697" y="1748046"/>
                  <a:pt x="1496265" y="1748046"/>
                </a:cubicBezTo>
                <a:lnTo>
                  <a:pt x="1496265" y="1997767"/>
                </a:lnTo>
                <a:cubicBezTo>
                  <a:pt x="1151985" y="1997767"/>
                  <a:pt x="872821" y="1718264"/>
                  <a:pt x="872821" y="1373465"/>
                </a:cubicBezTo>
                <a:cubicBezTo>
                  <a:pt x="872821" y="1028665"/>
                  <a:pt x="1151985" y="749163"/>
                  <a:pt x="1496265" y="749163"/>
                </a:cubicBezTo>
                <a:close/>
                <a:moveTo>
                  <a:pt x="1496265" y="0"/>
                </a:moveTo>
                <a:lnTo>
                  <a:pt x="1496265" y="249721"/>
                </a:lnTo>
                <a:cubicBezTo>
                  <a:pt x="807706" y="249721"/>
                  <a:pt x="249377" y="815755"/>
                  <a:pt x="249377" y="1513863"/>
                </a:cubicBezTo>
                <a:cubicBezTo>
                  <a:pt x="249377" y="2212157"/>
                  <a:pt x="1496265" y="3620952"/>
                  <a:pt x="1496265" y="3620952"/>
                </a:cubicBezTo>
                <a:lnTo>
                  <a:pt x="1496265" y="3995533"/>
                </a:lnTo>
                <a:cubicBezTo>
                  <a:pt x="1496265" y="3995533"/>
                  <a:pt x="0" y="2325733"/>
                  <a:pt x="0" y="1498325"/>
                </a:cubicBezTo>
                <a:cubicBezTo>
                  <a:pt x="0" y="670732"/>
                  <a:pt x="669855" y="0"/>
                  <a:pt x="149626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square" lIns="45719" rIns="45719">
            <a:noAutofit/>
          </a:bodyPr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47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FOQUE RO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A695D07-0FCC-4BB8-BB01-B0B399C5F4AC}"/>
              </a:ext>
            </a:extLst>
          </p:cNvPr>
          <p:cNvSpPr/>
          <p:nvPr userDrawn="1"/>
        </p:nvSpPr>
        <p:spPr>
          <a:xfrm>
            <a:off x="0" y="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ES" kern="0">
              <a:solidFill>
                <a:prstClr val="white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D152E66-BEBD-456C-B2DA-A7CCDA367262}"/>
              </a:ext>
            </a:extLst>
          </p:cNvPr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98CE925-9570-451C-B886-4081E0AF8D71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upo 60">
            <a:extLst>
              <a:ext uri="{FF2B5EF4-FFF2-40B4-BE49-F238E27FC236}">
                <a16:creationId xmlns:a16="http://schemas.microsoft.com/office/drawing/2014/main" id="{BD12544A-DAB4-4B4E-AE3B-C5283B2D144F}"/>
              </a:ext>
            </a:extLst>
          </p:cNvPr>
          <p:cNvGrpSpPr/>
          <p:nvPr userDrawn="1"/>
        </p:nvGrpSpPr>
        <p:grpSpPr>
          <a:xfrm>
            <a:off x="314807" y="364137"/>
            <a:ext cx="476159" cy="297132"/>
            <a:chOff x="1533384" y="4200287"/>
            <a:chExt cx="316510" cy="197508"/>
          </a:xfrm>
        </p:grpSpPr>
        <p:sp>
          <p:nvSpPr>
            <p:cNvPr id="62" name="AutoShape 104">
              <a:extLst>
                <a:ext uri="{FF2B5EF4-FFF2-40B4-BE49-F238E27FC236}">
                  <a16:creationId xmlns:a16="http://schemas.microsoft.com/office/drawing/2014/main" id="{D069529E-76F2-4141-BA0C-3500B98EC8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3384" y="4200287"/>
              <a:ext cx="316510" cy="19750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0800" y="19438"/>
                  </a:moveTo>
                  <a:cubicBezTo>
                    <a:pt x="7005" y="19438"/>
                    <a:pt x="3289" y="15989"/>
                    <a:pt x="1437" y="10797"/>
                  </a:cubicBezTo>
                  <a:cubicBezTo>
                    <a:pt x="3299" y="5599"/>
                    <a:pt x="7010" y="2162"/>
                    <a:pt x="10800" y="2162"/>
                  </a:cubicBezTo>
                  <a:cubicBezTo>
                    <a:pt x="14595" y="2162"/>
                    <a:pt x="18311" y="5611"/>
                    <a:pt x="20163" y="10803"/>
                  </a:cubicBezTo>
                  <a:cubicBezTo>
                    <a:pt x="18301" y="16000"/>
                    <a:pt x="14590" y="19438"/>
                    <a:pt x="10800" y="19438"/>
                  </a:cubicBezTo>
                  <a:moveTo>
                    <a:pt x="21576" y="10562"/>
                  </a:moveTo>
                  <a:cubicBezTo>
                    <a:pt x="21570" y="10516"/>
                    <a:pt x="21574" y="10468"/>
                    <a:pt x="21563" y="10423"/>
                  </a:cubicBezTo>
                  <a:cubicBezTo>
                    <a:pt x="21559" y="10406"/>
                    <a:pt x="21549" y="10395"/>
                    <a:pt x="21545" y="10378"/>
                  </a:cubicBezTo>
                  <a:cubicBezTo>
                    <a:pt x="21538" y="10352"/>
                    <a:pt x="21539" y="10323"/>
                    <a:pt x="21530" y="10298"/>
                  </a:cubicBezTo>
                  <a:cubicBezTo>
                    <a:pt x="19569" y="4298"/>
                    <a:pt x="15302" y="0"/>
                    <a:pt x="10800" y="0"/>
                  </a:cubicBezTo>
                  <a:cubicBezTo>
                    <a:pt x="6298" y="0"/>
                    <a:pt x="2031" y="4291"/>
                    <a:pt x="70" y="10290"/>
                  </a:cubicBezTo>
                  <a:cubicBezTo>
                    <a:pt x="61" y="10316"/>
                    <a:pt x="62" y="10344"/>
                    <a:pt x="55" y="10370"/>
                  </a:cubicBezTo>
                  <a:cubicBezTo>
                    <a:pt x="51" y="10388"/>
                    <a:pt x="41" y="10399"/>
                    <a:pt x="37" y="10416"/>
                  </a:cubicBezTo>
                  <a:cubicBezTo>
                    <a:pt x="26" y="10460"/>
                    <a:pt x="30" y="10509"/>
                    <a:pt x="24" y="10554"/>
                  </a:cubicBezTo>
                  <a:cubicBezTo>
                    <a:pt x="12" y="10635"/>
                    <a:pt x="0" y="10714"/>
                    <a:pt x="0" y="10796"/>
                  </a:cubicBezTo>
                  <a:cubicBezTo>
                    <a:pt x="0" y="10878"/>
                    <a:pt x="12" y="10956"/>
                    <a:pt x="24" y="11038"/>
                  </a:cubicBezTo>
                  <a:cubicBezTo>
                    <a:pt x="30" y="11084"/>
                    <a:pt x="26" y="11131"/>
                    <a:pt x="37" y="11175"/>
                  </a:cubicBezTo>
                  <a:cubicBezTo>
                    <a:pt x="41" y="11194"/>
                    <a:pt x="51" y="11205"/>
                    <a:pt x="55" y="11221"/>
                  </a:cubicBezTo>
                  <a:cubicBezTo>
                    <a:pt x="62" y="11248"/>
                    <a:pt x="61" y="11276"/>
                    <a:pt x="70" y="11302"/>
                  </a:cubicBezTo>
                  <a:cubicBezTo>
                    <a:pt x="2031" y="17300"/>
                    <a:pt x="6298" y="21600"/>
                    <a:pt x="10800" y="21600"/>
                  </a:cubicBezTo>
                  <a:cubicBezTo>
                    <a:pt x="15302" y="21600"/>
                    <a:pt x="19569" y="17308"/>
                    <a:pt x="21530" y="11310"/>
                  </a:cubicBezTo>
                  <a:cubicBezTo>
                    <a:pt x="21539" y="11284"/>
                    <a:pt x="21538" y="11256"/>
                    <a:pt x="21545" y="11229"/>
                  </a:cubicBezTo>
                  <a:cubicBezTo>
                    <a:pt x="21549" y="11212"/>
                    <a:pt x="21559" y="11201"/>
                    <a:pt x="21563" y="11183"/>
                  </a:cubicBezTo>
                  <a:cubicBezTo>
                    <a:pt x="21574" y="11139"/>
                    <a:pt x="21570" y="11090"/>
                    <a:pt x="21576" y="11045"/>
                  </a:cubicBezTo>
                  <a:cubicBezTo>
                    <a:pt x="21588" y="10964"/>
                    <a:pt x="21600" y="10886"/>
                    <a:pt x="21600" y="10804"/>
                  </a:cubicBezTo>
                  <a:cubicBezTo>
                    <a:pt x="21600" y="10722"/>
                    <a:pt x="21588" y="10643"/>
                    <a:pt x="21576" y="1056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63" name="AutoShape 105">
              <a:extLst>
                <a:ext uri="{FF2B5EF4-FFF2-40B4-BE49-F238E27FC236}">
                  <a16:creationId xmlns:a16="http://schemas.microsoft.com/office/drawing/2014/main" id="{F6130E04-ACF0-47D7-8269-07B385EA48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52452" y="4259087"/>
              <a:ext cx="44462" cy="4523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9203" y="0"/>
                  </a:moveTo>
                  <a:cubicBezTo>
                    <a:pt x="19193" y="0"/>
                    <a:pt x="19184" y="5"/>
                    <a:pt x="19174" y="5"/>
                  </a:cubicBezTo>
                  <a:cubicBezTo>
                    <a:pt x="8586" y="23"/>
                    <a:pt x="0" y="8607"/>
                    <a:pt x="0" y="19198"/>
                  </a:cubicBezTo>
                  <a:cubicBezTo>
                    <a:pt x="0" y="20524"/>
                    <a:pt x="1077" y="21600"/>
                    <a:pt x="2402" y="21600"/>
                  </a:cubicBezTo>
                  <a:cubicBezTo>
                    <a:pt x="3723" y="21600"/>
                    <a:pt x="4799" y="20524"/>
                    <a:pt x="4799" y="19198"/>
                  </a:cubicBezTo>
                  <a:cubicBezTo>
                    <a:pt x="4799" y="11262"/>
                    <a:pt x="11262" y="4803"/>
                    <a:pt x="19203" y="4803"/>
                  </a:cubicBezTo>
                  <a:lnTo>
                    <a:pt x="19203" y="4798"/>
                  </a:lnTo>
                  <a:cubicBezTo>
                    <a:pt x="20523" y="4798"/>
                    <a:pt x="21600" y="3722"/>
                    <a:pt x="21600" y="2402"/>
                  </a:cubicBezTo>
                  <a:cubicBezTo>
                    <a:pt x="21600" y="1076"/>
                    <a:pt x="20523" y="0"/>
                    <a:pt x="19203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64" name="AutoShape 106">
              <a:extLst>
                <a:ext uri="{FF2B5EF4-FFF2-40B4-BE49-F238E27FC236}">
                  <a16:creationId xmlns:a16="http://schemas.microsoft.com/office/drawing/2014/main" id="{B21FCF64-51D5-4739-8289-43EFD51C0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22308" y="4229687"/>
              <a:ext cx="138661" cy="13870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0800" y="20057"/>
                  </a:moveTo>
                  <a:cubicBezTo>
                    <a:pt x="5695" y="20057"/>
                    <a:pt x="1543" y="15905"/>
                    <a:pt x="1543" y="10800"/>
                  </a:cubicBezTo>
                  <a:cubicBezTo>
                    <a:pt x="1543" y="5695"/>
                    <a:pt x="5695" y="1543"/>
                    <a:pt x="10800" y="1543"/>
                  </a:cubicBezTo>
                  <a:cubicBezTo>
                    <a:pt x="15905" y="1543"/>
                    <a:pt x="20057" y="5695"/>
                    <a:pt x="20057" y="10800"/>
                  </a:cubicBezTo>
                  <a:cubicBezTo>
                    <a:pt x="20057" y="15905"/>
                    <a:pt x="15905" y="20057"/>
                    <a:pt x="10800" y="20057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</p:grpSp>
      <p:sp>
        <p:nvSpPr>
          <p:cNvPr id="14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 rotWithShape="1">
          <a:blip r:embed="rId2"/>
          <a:srcRect r="45666"/>
          <a:stretch/>
        </p:blipFill>
        <p:spPr>
          <a:xfrm>
            <a:off x="9050548" y="1780651"/>
            <a:ext cx="3136903" cy="359695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FOQUE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A695D07-0FCC-4BB8-BB01-B0B399C5F4AC}"/>
              </a:ext>
            </a:extLst>
          </p:cNvPr>
          <p:cNvSpPr/>
          <p:nvPr userDrawn="1"/>
        </p:nvSpPr>
        <p:spPr>
          <a:xfrm>
            <a:off x="0" y="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ES" kern="0">
              <a:solidFill>
                <a:prstClr val="white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D152E66-BEBD-456C-B2DA-A7CCDA367262}"/>
              </a:ext>
            </a:extLst>
          </p:cNvPr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98CE925-9570-451C-B886-4081E0AF8D71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upo 60">
            <a:extLst>
              <a:ext uri="{FF2B5EF4-FFF2-40B4-BE49-F238E27FC236}">
                <a16:creationId xmlns:a16="http://schemas.microsoft.com/office/drawing/2014/main" id="{BD12544A-DAB4-4B4E-AE3B-C5283B2D144F}"/>
              </a:ext>
            </a:extLst>
          </p:cNvPr>
          <p:cNvGrpSpPr/>
          <p:nvPr userDrawn="1"/>
        </p:nvGrpSpPr>
        <p:grpSpPr>
          <a:xfrm>
            <a:off x="314807" y="364137"/>
            <a:ext cx="476159" cy="297132"/>
            <a:chOff x="1533384" y="4200287"/>
            <a:chExt cx="316510" cy="197508"/>
          </a:xfrm>
        </p:grpSpPr>
        <p:sp>
          <p:nvSpPr>
            <p:cNvPr id="62" name="AutoShape 104">
              <a:extLst>
                <a:ext uri="{FF2B5EF4-FFF2-40B4-BE49-F238E27FC236}">
                  <a16:creationId xmlns:a16="http://schemas.microsoft.com/office/drawing/2014/main" id="{D069529E-76F2-4141-BA0C-3500B98EC8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3384" y="4200287"/>
              <a:ext cx="316510" cy="19750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0800" y="19438"/>
                  </a:moveTo>
                  <a:cubicBezTo>
                    <a:pt x="7005" y="19438"/>
                    <a:pt x="3289" y="15989"/>
                    <a:pt x="1437" y="10797"/>
                  </a:cubicBezTo>
                  <a:cubicBezTo>
                    <a:pt x="3299" y="5599"/>
                    <a:pt x="7010" y="2162"/>
                    <a:pt x="10800" y="2162"/>
                  </a:cubicBezTo>
                  <a:cubicBezTo>
                    <a:pt x="14595" y="2162"/>
                    <a:pt x="18311" y="5611"/>
                    <a:pt x="20163" y="10803"/>
                  </a:cubicBezTo>
                  <a:cubicBezTo>
                    <a:pt x="18301" y="16000"/>
                    <a:pt x="14590" y="19438"/>
                    <a:pt x="10800" y="19438"/>
                  </a:cubicBezTo>
                  <a:moveTo>
                    <a:pt x="21576" y="10562"/>
                  </a:moveTo>
                  <a:cubicBezTo>
                    <a:pt x="21570" y="10516"/>
                    <a:pt x="21574" y="10468"/>
                    <a:pt x="21563" y="10423"/>
                  </a:cubicBezTo>
                  <a:cubicBezTo>
                    <a:pt x="21559" y="10406"/>
                    <a:pt x="21549" y="10395"/>
                    <a:pt x="21545" y="10378"/>
                  </a:cubicBezTo>
                  <a:cubicBezTo>
                    <a:pt x="21538" y="10352"/>
                    <a:pt x="21539" y="10323"/>
                    <a:pt x="21530" y="10298"/>
                  </a:cubicBezTo>
                  <a:cubicBezTo>
                    <a:pt x="19569" y="4298"/>
                    <a:pt x="15302" y="0"/>
                    <a:pt x="10800" y="0"/>
                  </a:cubicBezTo>
                  <a:cubicBezTo>
                    <a:pt x="6298" y="0"/>
                    <a:pt x="2031" y="4291"/>
                    <a:pt x="70" y="10290"/>
                  </a:cubicBezTo>
                  <a:cubicBezTo>
                    <a:pt x="61" y="10316"/>
                    <a:pt x="62" y="10344"/>
                    <a:pt x="55" y="10370"/>
                  </a:cubicBezTo>
                  <a:cubicBezTo>
                    <a:pt x="51" y="10388"/>
                    <a:pt x="41" y="10399"/>
                    <a:pt x="37" y="10416"/>
                  </a:cubicBezTo>
                  <a:cubicBezTo>
                    <a:pt x="26" y="10460"/>
                    <a:pt x="30" y="10509"/>
                    <a:pt x="24" y="10554"/>
                  </a:cubicBezTo>
                  <a:cubicBezTo>
                    <a:pt x="12" y="10635"/>
                    <a:pt x="0" y="10714"/>
                    <a:pt x="0" y="10796"/>
                  </a:cubicBezTo>
                  <a:cubicBezTo>
                    <a:pt x="0" y="10878"/>
                    <a:pt x="12" y="10956"/>
                    <a:pt x="24" y="11038"/>
                  </a:cubicBezTo>
                  <a:cubicBezTo>
                    <a:pt x="30" y="11084"/>
                    <a:pt x="26" y="11131"/>
                    <a:pt x="37" y="11175"/>
                  </a:cubicBezTo>
                  <a:cubicBezTo>
                    <a:pt x="41" y="11194"/>
                    <a:pt x="51" y="11205"/>
                    <a:pt x="55" y="11221"/>
                  </a:cubicBezTo>
                  <a:cubicBezTo>
                    <a:pt x="62" y="11248"/>
                    <a:pt x="61" y="11276"/>
                    <a:pt x="70" y="11302"/>
                  </a:cubicBezTo>
                  <a:cubicBezTo>
                    <a:pt x="2031" y="17300"/>
                    <a:pt x="6298" y="21600"/>
                    <a:pt x="10800" y="21600"/>
                  </a:cubicBezTo>
                  <a:cubicBezTo>
                    <a:pt x="15302" y="21600"/>
                    <a:pt x="19569" y="17308"/>
                    <a:pt x="21530" y="11310"/>
                  </a:cubicBezTo>
                  <a:cubicBezTo>
                    <a:pt x="21539" y="11284"/>
                    <a:pt x="21538" y="11256"/>
                    <a:pt x="21545" y="11229"/>
                  </a:cubicBezTo>
                  <a:cubicBezTo>
                    <a:pt x="21549" y="11212"/>
                    <a:pt x="21559" y="11201"/>
                    <a:pt x="21563" y="11183"/>
                  </a:cubicBezTo>
                  <a:cubicBezTo>
                    <a:pt x="21574" y="11139"/>
                    <a:pt x="21570" y="11090"/>
                    <a:pt x="21576" y="11045"/>
                  </a:cubicBezTo>
                  <a:cubicBezTo>
                    <a:pt x="21588" y="10964"/>
                    <a:pt x="21600" y="10886"/>
                    <a:pt x="21600" y="10804"/>
                  </a:cubicBezTo>
                  <a:cubicBezTo>
                    <a:pt x="21600" y="10722"/>
                    <a:pt x="21588" y="10643"/>
                    <a:pt x="21576" y="1056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63" name="AutoShape 105">
              <a:extLst>
                <a:ext uri="{FF2B5EF4-FFF2-40B4-BE49-F238E27FC236}">
                  <a16:creationId xmlns:a16="http://schemas.microsoft.com/office/drawing/2014/main" id="{F6130E04-ACF0-47D7-8269-07B385EA48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52452" y="4259087"/>
              <a:ext cx="44462" cy="4523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9203" y="0"/>
                  </a:moveTo>
                  <a:cubicBezTo>
                    <a:pt x="19193" y="0"/>
                    <a:pt x="19184" y="5"/>
                    <a:pt x="19174" y="5"/>
                  </a:cubicBezTo>
                  <a:cubicBezTo>
                    <a:pt x="8586" y="23"/>
                    <a:pt x="0" y="8607"/>
                    <a:pt x="0" y="19198"/>
                  </a:cubicBezTo>
                  <a:cubicBezTo>
                    <a:pt x="0" y="20524"/>
                    <a:pt x="1077" y="21600"/>
                    <a:pt x="2402" y="21600"/>
                  </a:cubicBezTo>
                  <a:cubicBezTo>
                    <a:pt x="3723" y="21600"/>
                    <a:pt x="4799" y="20524"/>
                    <a:pt x="4799" y="19198"/>
                  </a:cubicBezTo>
                  <a:cubicBezTo>
                    <a:pt x="4799" y="11262"/>
                    <a:pt x="11262" y="4803"/>
                    <a:pt x="19203" y="4803"/>
                  </a:cubicBezTo>
                  <a:lnTo>
                    <a:pt x="19203" y="4798"/>
                  </a:lnTo>
                  <a:cubicBezTo>
                    <a:pt x="20523" y="4798"/>
                    <a:pt x="21600" y="3722"/>
                    <a:pt x="21600" y="2402"/>
                  </a:cubicBezTo>
                  <a:cubicBezTo>
                    <a:pt x="21600" y="1076"/>
                    <a:pt x="20523" y="0"/>
                    <a:pt x="19203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64" name="AutoShape 106">
              <a:extLst>
                <a:ext uri="{FF2B5EF4-FFF2-40B4-BE49-F238E27FC236}">
                  <a16:creationId xmlns:a16="http://schemas.microsoft.com/office/drawing/2014/main" id="{B21FCF64-51D5-4739-8289-43EFD51C0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22308" y="4229687"/>
              <a:ext cx="138661" cy="13870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0800" y="20057"/>
                  </a:moveTo>
                  <a:cubicBezTo>
                    <a:pt x="5695" y="20057"/>
                    <a:pt x="1543" y="15905"/>
                    <a:pt x="1543" y="10800"/>
                  </a:cubicBezTo>
                  <a:cubicBezTo>
                    <a:pt x="1543" y="5695"/>
                    <a:pt x="5695" y="1543"/>
                    <a:pt x="10800" y="1543"/>
                  </a:cubicBezTo>
                  <a:cubicBezTo>
                    <a:pt x="15905" y="1543"/>
                    <a:pt x="20057" y="5695"/>
                    <a:pt x="20057" y="10800"/>
                  </a:cubicBezTo>
                  <a:cubicBezTo>
                    <a:pt x="20057" y="15905"/>
                    <a:pt x="15905" y="20057"/>
                    <a:pt x="10800" y="20057"/>
                  </a:cubicBezTo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</p:grpSp>
      <p:sp>
        <p:nvSpPr>
          <p:cNvPr id="14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23" name="Imagen 22"/>
          <p:cNvPicPr>
            <a:picLocks noChangeAspect="1"/>
          </p:cNvPicPr>
          <p:nvPr userDrawn="1"/>
        </p:nvPicPr>
        <p:blipFill rotWithShape="1">
          <a:blip r:embed="rId2"/>
          <a:srcRect r="46139"/>
          <a:stretch/>
        </p:blipFill>
        <p:spPr>
          <a:xfrm>
            <a:off x="9064197" y="1763956"/>
            <a:ext cx="3109606" cy="360304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9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DE PROYECTO RO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 rotWithShape="1">
          <a:blip r:embed="rId2"/>
          <a:srcRect r="45941"/>
          <a:stretch/>
        </p:blipFill>
        <p:spPr>
          <a:xfrm>
            <a:off x="10127633" y="1698210"/>
            <a:ext cx="2059818" cy="3816427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2A695D07-0FCC-4BB8-BB01-B0B399C5F4AC}"/>
              </a:ext>
            </a:extLst>
          </p:cNvPr>
          <p:cNvSpPr/>
          <p:nvPr userDrawn="1"/>
        </p:nvSpPr>
        <p:spPr>
          <a:xfrm>
            <a:off x="0" y="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ES" kern="0">
              <a:solidFill>
                <a:prstClr val="white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D152E66-BEBD-456C-B2DA-A7CCDA367262}"/>
              </a:ext>
            </a:extLst>
          </p:cNvPr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98CE925-9570-451C-B886-4081E0AF8D71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272D431-3591-483E-9B8E-DE9B6A27A341}"/>
              </a:ext>
            </a:extLst>
          </p:cNvPr>
          <p:cNvGrpSpPr/>
          <p:nvPr userDrawn="1"/>
        </p:nvGrpSpPr>
        <p:grpSpPr>
          <a:xfrm>
            <a:off x="341978" y="331734"/>
            <a:ext cx="394734" cy="394917"/>
            <a:chOff x="4638247" y="3407289"/>
            <a:chExt cx="394734" cy="394917"/>
          </a:xfrm>
        </p:grpSpPr>
        <p:sp>
          <p:nvSpPr>
            <p:cNvPr id="14" name="AutoShape 16">
              <a:extLst>
                <a:ext uri="{FF2B5EF4-FFF2-40B4-BE49-F238E27FC236}">
                  <a16:creationId xmlns:a16="http://schemas.microsoft.com/office/drawing/2014/main" id="{E22CCEEE-2A0A-4BC5-A4F3-60CF60C56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247" y="3407289"/>
              <a:ext cx="394734" cy="394917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250" y="19800"/>
                  </a:moveTo>
                  <a:cubicBezTo>
                    <a:pt x="20250" y="20048"/>
                    <a:pt x="20048" y="20250"/>
                    <a:pt x="19800" y="20250"/>
                  </a:cubicBezTo>
                  <a:lnTo>
                    <a:pt x="1800" y="20250"/>
                  </a:lnTo>
                  <a:cubicBezTo>
                    <a:pt x="1552" y="20250"/>
                    <a:pt x="1350" y="20048"/>
                    <a:pt x="1350" y="19800"/>
                  </a:cubicBezTo>
                  <a:lnTo>
                    <a:pt x="1350" y="3825"/>
                  </a:lnTo>
                  <a:cubicBezTo>
                    <a:pt x="1350" y="3577"/>
                    <a:pt x="1552" y="3375"/>
                    <a:pt x="1800" y="3375"/>
                  </a:cubicBezTo>
                  <a:lnTo>
                    <a:pt x="4725" y="3375"/>
                  </a:lnTo>
                  <a:lnTo>
                    <a:pt x="4725" y="4725"/>
                  </a:lnTo>
                  <a:cubicBezTo>
                    <a:pt x="4725" y="5098"/>
                    <a:pt x="5028" y="5400"/>
                    <a:pt x="5400" y="5400"/>
                  </a:cubicBezTo>
                  <a:cubicBezTo>
                    <a:pt x="5772" y="5400"/>
                    <a:pt x="6075" y="5098"/>
                    <a:pt x="6075" y="4725"/>
                  </a:cubicBezTo>
                  <a:lnTo>
                    <a:pt x="6075" y="3375"/>
                  </a:lnTo>
                  <a:lnTo>
                    <a:pt x="10125" y="3375"/>
                  </a:lnTo>
                  <a:lnTo>
                    <a:pt x="10125" y="4725"/>
                  </a:lnTo>
                  <a:cubicBezTo>
                    <a:pt x="10125" y="5098"/>
                    <a:pt x="10428" y="5400"/>
                    <a:pt x="10800" y="5400"/>
                  </a:cubicBezTo>
                  <a:cubicBezTo>
                    <a:pt x="11172" y="5400"/>
                    <a:pt x="11475" y="5098"/>
                    <a:pt x="11475" y="4725"/>
                  </a:cubicBezTo>
                  <a:lnTo>
                    <a:pt x="11475" y="3375"/>
                  </a:lnTo>
                  <a:lnTo>
                    <a:pt x="15525" y="3375"/>
                  </a:lnTo>
                  <a:lnTo>
                    <a:pt x="15525" y="4725"/>
                  </a:lnTo>
                  <a:cubicBezTo>
                    <a:pt x="15525" y="5098"/>
                    <a:pt x="15828" y="5400"/>
                    <a:pt x="16200" y="5400"/>
                  </a:cubicBezTo>
                  <a:cubicBezTo>
                    <a:pt x="16572" y="5400"/>
                    <a:pt x="16875" y="5098"/>
                    <a:pt x="16875" y="4725"/>
                  </a:cubicBezTo>
                  <a:lnTo>
                    <a:pt x="16875" y="3375"/>
                  </a:lnTo>
                  <a:lnTo>
                    <a:pt x="19800" y="3375"/>
                  </a:lnTo>
                  <a:cubicBezTo>
                    <a:pt x="20048" y="3375"/>
                    <a:pt x="20250" y="3577"/>
                    <a:pt x="20250" y="3825"/>
                  </a:cubicBezTo>
                  <a:cubicBezTo>
                    <a:pt x="20250" y="3825"/>
                    <a:pt x="20250" y="19800"/>
                    <a:pt x="20250" y="19800"/>
                  </a:cubicBezTo>
                  <a:close/>
                  <a:moveTo>
                    <a:pt x="19800" y="2025"/>
                  </a:moveTo>
                  <a:lnTo>
                    <a:pt x="16875" y="2025"/>
                  </a:lnTo>
                  <a:lnTo>
                    <a:pt x="16875" y="675"/>
                  </a:lnTo>
                  <a:cubicBezTo>
                    <a:pt x="16875" y="302"/>
                    <a:pt x="16572" y="0"/>
                    <a:pt x="16200" y="0"/>
                  </a:cubicBezTo>
                  <a:cubicBezTo>
                    <a:pt x="15828" y="0"/>
                    <a:pt x="15525" y="302"/>
                    <a:pt x="15525" y="675"/>
                  </a:cubicBezTo>
                  <a:lnTo>
                    <a:pt x="15525" y="2025"/>
                  </a:lnTo>
                  <a:lnTo>
                    <a:pt x="11475" y="2025"/>
                  </a:lnTo>
                  <a:lnTo>
                    <a:pt x="11475" y="675"/>
                  </a:lnTo>
                  <a:cubicBezTo>
                    <a:pt x="11475" y="302"/>
                    <a:pt x="11172" y="0"/>
                    <a:pt x="10800" y="0"/>
                  </a:cubicBezTo>
                  <a:cubicBezTo>
                    <a:pt x="10428" y="0"/>
                    <a:pt x="10125" y="302"/>
                    <a:pt x="10125" y="675"/>
                  </a:cubicBezTo>
                  <a:lnTo>
                    <a:pt x="10125" y="2025"/>
                  </a:lnTo>
                  <a:lnTo>
                    <a:pt x="6075" y="2025"/>
                  </a:lnTo>
                  <a:lnTo>
                    <a:pt x="6075" y="675"/>
                  </a:lnTo>
                  <a:cubicBezTo>
                    <a:pt x="6075" y="302"/>
                    <a:pt x="5772" y="0"/>
                    <a:pt x="5400" y="0"/>
                  </a:cubicBezTo>
                  <a:cubicBezTo>
                    <a:pt x="5028" y="0"/>
                    <a:pt x="4725" y="302"/>
                    <a:pt x="4725" y="675"/>
                  </a:cubicBezTo>
                  <a:lnTo>
                    <a:pt x="4725" y="2025"/>
                  </a:lnTo>
                  <a:lnTo>
                    <a:pt x="1800" y="2025"/>
                  </a:lnTo>
                  <a:cubicBezTo>
                    <a:pt x="806" y="2025"/>
                    <a:pt x="0" y="2831"/>
                    <a:pt x="0" y="3825"/>
                  </a:cubicBezTo>
                  <a:lnTo>
                    <a:pt x="0" y="19800"/>
                  </a:lnTo>
                  <a:cubicBezTo>
                    <a:pt x="0" y="20794"/>
                    <a:pt x="806" y="21600"/>
                    <a:pt x="1800" y="21600"/>
                  </a:cubicBezTo>
                  <a:lnTo>
                    <a:pt x="19800" y="21600"/>
                  </a:lnTo>
                  <a:cubicBezTo>
                    <a:pt x="20794" y="21600"/>
                    <a:pt x="21600" y="20794"/>
                    <a:pt x="21600" y="19800"/>
                  </a:cubicBezTo>
                  <a:lnTo>
                    <a:pt x="21600" y="3825"/>
                  </a:lnTo>
                  <a:cubicBezTo>
                    <a:pt x="21600" y="2831"/>
                    <a:pt x="20794" y="2025"/>
                    <a:pt x="19800" y="202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1E87C001-1238-46B8-B0D0-C9712CFF0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713" y="3554912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18" name="AutoShape 18">
              <a:extLst>
                <a:ext uri="{FF2B5EF4-FFF2-40B4-BE49-F238E27FC236}">
                  <a16:creationId xmlns:a16="http://schemas.microsoft.com/office/drawing/2014/main" id="{6B346FD6-10EA-4D1A-AF6B-C976F27E0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713" y="3616971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10D0C030-AC7E-4CE7-941C-2805FE32F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713" y="3679029"/>
              <a:ext cx="49812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0" name="AutoShape 20">
              <a:extLst>
                <a:ext uri="{FF2B5EF4-FFF2-40B4-BE49-F238E27FC236}">
                  <a16:creationId xmlns:a16="http://schemas.microsoft.com/office/drawing/2014/main" id="{81828397-FC83-4142-BCCE-D859ABCE1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178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1" name="AutoShape 21">
              <a:extLst>
                <a:ext uri="{FF2B5EF4-FFF2-40B4-BE49-F238E27FC236}">
                  <a16:creationId xmlns:a16="http://schemas.microsoft.com/office/drawing/2014/main" id="{10EB61F2-5831-4CAB-B98F-7C89D231B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178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2" name="AutoShape 22">
              <a:extLst>
                <a:ext uri="{FF2B5EF4-FFF2-40B4-BE49-F238E27FC236}">
                  <a16:creationId xmlns:a16="http://schemas.microsoft.com/office/drawing/2014/main" id="{C2835A7C-AE35-4E1E-9774-C530F0B44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178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3" name="AutoShape 23">
              <a:extLst>
                <a:ext uri="{FF2B5EF4-FFF2-40B4-BE49-F238E27FC236}">
                  <a16:creationId xmlns:a16="http://schemas.microsoft.com/office/drawing/2014/main" id="{EC0E6AA9-308C-48B9-B563-A4CAA9FFA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644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4" name="AutoShape 24">
              <a:extLst>
                <a:ext uri="{FF2B5EF4-FFF2-40B4-BE49-F238E27FC236}">
                  <a16:creationId xmlns:a16="http://schemas.microsoft.com/office/drawing/2014/main" id="{C08854A1-3E1F-4E01-A7A0-3C8D53B2D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644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5" name="AutoShape 25">
              <a:extLst>
                <a:ext uri="{FF2B5EF4-FFF2-40B4-BE49-F238E27FC236}">
                  <a16:creationId xmlns:a16="http://schemas.microsoft.com/office/drawing/2014/main" id="{93CBE67B-AB2A-45E6-84D2-AC573287E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644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27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1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DE PROYECTO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A695D07-0FCC-4BB8-BB01-B0B399C5F4AC}"/>
              </a:ext>
            </a:extLst>
          </p:cNvPr>
          <p:cNvSpPr/>
          <p:nvPr userDrawn="1"/>
        </p:nvSpPr>
        <p:spPr>
          <a:xfrm>
            <a:off x="0" y="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ES" kern="0">
              <a:solidFill>
                <a:prstClr val="white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D152E66-BEBD-456C-B2DA-A7CCDA367262}"/>
              </a:ext>
            </a:extLst>
          </p:cNvPr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98CE925-9570-451C-B886-4081E0AF8D71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272D431-3591-483E-9B8E-DE9B6A27A341}"/>
              </a:ext>
            </a:extLst>
          </p:cNvPr>
          <p:cNvGrpSpPr/>
          <p:nvPr userDrawn="1"/>
        </p:nvGrpSpPr>
        <p:grpSpPr>
          <a:xfrm>
            <a:off x="341978" y="331734"/>
            <a:ext cx="394734" cy="394917"/>
            <a:chOff x="4638247" y="3407289"/>
            <a:chExt cx="394734" cy="394917"/>
          </a:xfrm>
        </p:grpSpPr>
        <p:sp>
          <p:nvSpPr>
            <p:cNvPr id="14" name="AutoShape 16">
              <a:extLst>
                <a:ext uri="{FF2B5EF4-FFF2-40B4-BE49-F238E27FC236}">
                  <a16:creationId xmlns:a16="http://schemas.microsoft.com/office/drawing/2014/main" id="{E22CCEEE-2A0A-4BC5-A4F3-60CF60C56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247" y="3407289"/>
              <a:ext cx="394734" cy="394917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250" y="19800"/>
                  </a:moveTo>
                  <a:cubicBezTo>
                    <a:pt x="20250" y="20048"/>
                    <a:pt x="20048" y="20250"/>
                    <a:pt x="19800" y="20250"/>
                  </a:cubicBezTo>
                  <a:lnTo>
                    <a:pt x="1800" y="20250"/>
                  </a:lnTo>
                  <a:cubicBezTo>
                    <a:pt x="1552" y="20250"/>
                    <a:pt x="1350" y="20048"/>
                    <a:pt x="1350" y="19800"/>
                  </a:cubicBezTo>
                  <a:lnTo>
                    <a:pt x="1350" y="3825"/>
                  </a:lnTo>
                  <a:cubicBezTo>
                    <a:pt x="1350" y="3577"/>
                    <a:pt x="1552" y="3375"/>
                    <a:pt x="1800" y="3375"/>
                  </a:cubicBezTo>
                  <a:lnTo>
                    <a:pt x="4725" y="3375"/>
                  </a:lnTo>
                  <a:lnTo>
                    <a:pt x="4725" y="4725"/>
                  </a:lnTo>
                  <a:cubicBezTo>
                    <a:pt x="4725" y="5098"/>
                    <a:pt x="5028" y="5400"/>
                    <a:pt x="5400" y="5400"/>
                  </a:cubicBezTo>
                  <a:cubicBezTo>
                    <a:pt x="5772" y="5400"/>
                    <a:pt x="6075" y="5098"/>
                    <a:pt x="6075" y="4725"/>
                  </a:cubicBezTo>
                  <a:lnTo>
                    <a:pt x="6075" y="3375"/>
                  </a:lnTo>
                  <a:lnTo>
                    <a:pt x="10125" y="3375"/>
                  </a:lnTo>
                  <a:lnTo>
                    <a:pt x="10125" y="4725"/>
                  </a:lnTo>
                  <a:cubicBezTo>
                    <a:pt x="10125" y="5098"/>
                    <a:pt x="10428" y="5400"/>
                    <a:pt x="10800" y="5400"/>
                  </a:cubicBezTo>
                  <a:cubicBezTo>
                    <a:pt x="11172" y="5400"/>
                    <a:pt x="11475" y="5098"/>
                    <a:pt x="11475" y="4725"/>
                  </a:cubicBezTo>
                  <a:lnTo>
                    <a:pt x="11475" y="3375"/>
                  </a:lnTo>
                  <a:lnTo>
                    <a:pt x="15525" y="3375"/>
                  </a:lnTo>
                  <a:lnTo>
                    <a:pt x="15525" y="4725"/>
                  </a:lnTo>
                  <a:cubicBezTo>
                    <a:pt x="15525" y="5098"/>
                    <a:pt x="15828" y="5400"/>
                    <a:pt x="16200" y="5400"/>
                  </a:cubicBezTo>
                  <a:cubicBezTo>
                    <a:pt x="16572" y="5400"/>
                    <a:pt x="16875" y="5098"/>
                    <a:pt x="16875" y="4725"/>
                  </a:cubicBezTo>
                  <a:lnTo>
                    <a:pt x="16875" y="3375"/>
                  </a:lnTo>
                  <a:lnTo>
                    <a:pt x="19800" y="3375"/>
                  </a:lnTo>
                  <a:cubicBezTo>
                    <a:pt x="20048" y="3375"/>
                    <a:pt x="20250" y="3577"/>
                    <a:pt x="20250" y="3825"/>
                  </a:cubicBezTo>
                  <a:cubicBezTo>
                    <a:pt x="20250" y="3825"/>
                    <a:pt x="20250" y="19800"/>
                    <a:pt x="20250" y="19800"/>
                  </a:cubicBezTo>
                  <a:close/>
                  <a:moveTo>
                    <a:pt x="19800" y="2025"/>
                  </a:moveTo>
                  <a:lnTo>
                    <a:pt x="16875" y="2025"/>
                  </a:lnTo>
                  <a:lnTo>
                    <a:pt x="16875" y="675"/>
                  </a:lnTo>
                  <a:cubicBezTo>
                    <a:pt x="16875" y="302"/>
                    <a:pt x="16572" y="0"/>
                    <a:pt x="16200" y="0"/>
                  </a:cubicBezTo>
                  <a:cubicBezTo>
                    <a:pt x="15828" y="0"/>
                    <a:pt x="15525" y="302"/>
                    <a:pt x="15525" y="675"/>
                  </a:cubicBezTo>
                  <a:lnTo>
                    <a:pt x="15525" y="2025"/>
                  </a:lnTo>
                  <a:lnTo>
                    <a:pt x="11475" y="2025"/>
                  </a:lnTo>
                  <a:lnTo>
                    <a:pt x="11475" y="675"/>
                  </a:lnTo>
                  <a:cubicBezTo>
                    <a:pt x="11475" y="302"/>
                    <a:pt x="11172" y="0"/>
                    <a:pt x="10800" y="0"/>
                  </a:cubicBezTo>
                  <a:cubicBezTo>
                    <a:pt x="10428" y="0"/>
                    <a:pt x="10125" y="302"/>
                    <a:pt x="10125" y="675"/>
                  </a:cubicBezTo>
                  <a:lnTo>
                    <a:pt x="10125" y="2025"/>
                  </a:lnTo>
                  <a:lnTo>
                    <a:pt x="6075" y="2025"/>
                  </a:lnTo>
                  <a:lnTo>
                    <a:pt x="6075" y="675"/>
                  </a:lnTo>
                  <a:cubicBezTo>
                    <a:pt x="6075" y="302"/>
                    <a:pt x="5772" y="0"/>
                    <a:pt x="5400" y="0"/>
                  </a:cubicBezTo>
                  <a:cubicBezTo>
                    <a:pt x="5028" y="0"/>
                    <a:pt x="4725" y="302"/>
                    <a:pt x="4725" y="675"/>
                  </a:cubicBezTo>
                  <a:lnTo>
                    <a:pt x="4725" y="2025"/>
                  </a:lnTo>
                  <a:lnTo>
                    <a:pt x="1800" y="2025"/>
                  </a:lnTo>
                  <a:cubicBezTo>
                    <a:pt x="806" y="2025"/>
                    <a:pt x="0" y="2831"/>
                    <a:pt x="0" y="3825"/>
                  </a:cubicBezTo>
                  <a:lnTo>
                    <a:pt x="0" y="19800"/>
                  </a:lnTo>
                  <a:cubicBezTo>
                    <a:pt x="0" y="20794"/>
                    <a:pt x="806" y="21600"/>
                    <a:pt x="1800" y="21600"/>
                  </a:cubicBezTo>
                  <a:lnTo>
                    <a:pt x="19800" y="21600"/>
                  </a:lnTo>
                  <a:cubicBezTo>
                    <a:pt x="20794" y="21600"/>
                    <a:pt x="21600" y="20794"/>
                    <a:pt x="21600" y="19800"/>
                  </a:cubicBezTo>
                  <a:lnTo>
                    <a:pt x="21600" y="3825"/>
                  </a:lnTo>
                  <a:cubicBezTo>
                    <a:pt x="21600" y="2831"/>
                    <a:pt x="20794" y="2025"/>
                    <a:pt x="19800" y="202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1E87C001-1238-46B8-B0D0-C9712CFF0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713" y="3554912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18" name="AutoShape 18">
              <a:extLst>
                <a:ext uri="{FF2B5EF4-FFF2-40B4-BE49-F238E27FC236}">
                  <a16:creationId xmlns:a16="http://schemas.microsoft.com/office/drawing/2014/main" id="{6B346FD6-10EA-4D1A-AF6B-C976F27E0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713" y="3616971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10D0C030-AC7E-4CE7-941C-2805FE32F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713" y="3679029"/>
              <a:ext cx="49812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0" name="AutoShape 20">
              <a:extLst>
                <a:ext uri="{FF2B5EF4-FFF2-40B4-BE49-F238E27FC236}">
                  <a16:creationId xmlns:a16="http://schemas.microsoft.com/office/drawing/2014/main" id="{81828397-FC83-4142-BCCE-D859ABCE1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178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1" name="AutoShape 21">
              <a:extLst>
                <a:ext uri="{FF2B5EF4-FFF2-40B4-BE49-F238E27FC236}">
                  <a16:creationId xmlns:a16="http://schemas.microsoft.com/office/drawing/2014/main" id="{10EB61F2-5831-4CAB-B98F-7C89D231B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178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2" name="AutoShape 22">
              <a:extLst>
                <a:ext uri="{FF2B5EF4-FFF2-40B4-BE49-F238E27FC236}">
                  <a16:creationId xmlns:a16="http://schemas.microsoft.com/office/drawing/2014/main" id="{C2835A7C-AE35-4E1E-9774-C530F0B44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178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3" name="AutoShape 23">
              <a:extLst>
                <a:ext uri="{FF2B5EF4-FFF2-40B4-BE49-F238E27FC236}">
                  <a16:creationId xmlns:a16="http://schemas.microsoft.com/office/drawing/2014/main" id="{EC0E6AA9-308C-48B9-B563-A4CAA9FFA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644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4" name="AutoShape 24">
              <a:extLst>
                <a:ext uri="{FF2B5EF4-FFF2-40B4-BE49-F238E27FC236}">
                  <a16:creationId xmlns:a16="http://schemas.microsoft.com/office/drawing/2014/main" id="{C08854A1-3E1F-4E01-A7A0-3C8D53B2D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644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25" name="AutoShape 25">
              <a:extLst>
                <a:ext uri="{FF2B5EF4-FFF2-40B4-BE49-F238E27FC236}">
                  <a16:creationId xmlns:a16="http://schemas.microsoft.com/office/drawing/2014/main" id="{93CBE67B-AB2A-45E6-84D2-AC573287E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644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F2484422-5BA9-4350-8FE9-B94FBFD14D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5981"/>
          <a:stretch/>
        </p:blipFill>
        <p:spPr>
          <a:xfrm>
            <a:off x="10130401" y="1688400"/>
            <a:ext cx="2061600" cy="3816427"/>
          </a:xfrm>
          <a:prstGeom prst="rect">
            <a:avLst/>
          </a:prstGeom>
        </p:spPr>
      </p:pic>
      <p:sp>
        <p:nvSpPr>
          <p:cNvPr id="27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28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6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DE PROYEC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/>
          <p:cNvSpPr/>
          <p:nvPr userDrawn="1"/>
        </p:nvSpPr>
        <p:spPr>
          <a:xfrm>
            <a:off x="0" y="505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Elipse 13"/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15" name="Grupo 14"/>
          <p:cNvGrpSpPr/>
          <p:nvPr userDrawn="1"/>
        </p:nvGrpSpPr>
        <p:grpSpPr>
          <a:xfrm>
            <a:off x="341978" y="315245"/>
            <a:ext cx="394734" cy="394917"/>
            <a:chOff x="4638247" y="3407289"/>
            <a:chExt cx="394734" cy="394917"/>
          </a:xfrm>
        </p:grpSpPr>
        <p:sp>
          <p:nvSpPr>
            <p:cNvPr id="16" name="AutoShape 16"/>
            <p:cNvSpPr>
              <a:spLocks/>
            </p:cNvSpPr>
            <p:nvPr/>
          </p:nvSpPr>
          <p:spPr bwMode="auto">
            <a:xfrm>
              <a:off x="4638247" y="3407289"/>
              <a:ext cx="394734" cy="394917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250" y="19800"/>
                  </a:moveTo>
                  <a:cubicBezTo>
                    <a:pt x="20250" y="20048"/>
                    <a:pt x="20048" y="20250"/>
                    <a:pt x="19800" y="20250"/>
                  </a:cubicBezTo>
                  <a:lnTo>
                    <a:pt x="1800" y="20250"/>
                  </a:lnTo>
                  <a:cubicBezTo>
                    <a:pt x="1552" y="20250"/>
                    <a:pt x="1350" y="20048"/>
                    <a:pt x="1350" y="19800"/>
                  </a:cubicBezTo>
                  <a:lnTo>
                    <a:pt x="1350" y="3825"/>
                  </a:lnTo>
                  <a:cubicBezTo>
                    <a:pt x="1350" y="3577"/>
                    <a:pt x="1552" y="3375"/>
                    <a:pt x="1800" y="3375"/>
                  </a:cubicBezTo>
                  <a:lnTo>
                    <a:pt x="4725" y="3375"/>
                  </a:lnTo>
                  <a:lnTo>
                    <a:pt x="4725" y="4725"/>
                  </a:lnTo>
                  <a:cubicBezTo>
                    <a:pt x="4725" y="5098"/>
                    <a:pt x="5028" y="5400"/>
                    <a:pt x="5400" y="5400"/>
                  </a:cubicBezTo>
                  <a:cubicBezTo>
                    <a:pt x="5772" y="5400"/>
                    <a:pt x="6075" y="5098"/>
                    <a:pt x="6075" y="4725"/>
                  </a:cubicBezTo>
                  <a:lnTo>
                    <a:pt x="6075" y="3375"/>
                  </a:lnTo>
                  <a:lnTo>
                    <a:pt x="10125" y="3375"/>
                  </a:lnTo>
                  <a:lnTo>
                    <a:pt x="10125" y="4725"/>
                  </a:lnTo>
                  <a:cubicBezTo>
                    <a:pt x="10125" y="5098"/>
                    <a:pt x="10428" y="5400"/>
                    <a:pt x="10800" y="5400"/>
                  </a:cubicBezTo>
                  <a:cubicBezTo>
                    <a:pt x="11172" y="5400"/>
                    <a:pt x="11475" y="5098"/>
                    <a:pt x="11475" y="4725"/>
                  </a:cubicBezTo>
                  <a:lnTo>
                    <a:pt x="11475" y="3375"/>
                  </a:lnTo>
                  <a:lnTo>
                    <a:pt x="15525" y="3375"/>
                  </a:lnTo>
                  <a:lnTo>
                    <a:pt x="15525" y="4725"/>
                  </a:lnTo>
                  <a:cubicBezTo>
                    <a:pt x="15525" y="5098"/>
                    <a:pt x="15828" y="5400"/>
                    <a:pt x="16200" y="5400"/>
                  </a:cubicBezTo>
                  <a:cubicBezTo>
                    <a:pt x="16572" y="5400"/>
                    <a:pt x="16875" y="5098"/>
                    <a:pt x="16875" y="4725"/>
                  </a:cubicBezTo>
                  <a:lnTo>
                    <a:pt x="16875" y="3375"/>
                  </a:lnTo>
                  <a:lnTo>
                    <a:pt x="19800" y="3375"/>
                  </a:lnTo>
                  <a:cubicBezTo>
                    <a:pt x="20048" y="3375"/>
                    <a:pt x="20250" y="3577"/>
                    <a:pt x="20250" y="3825"/>
                  </a:cubicBezTo>
                  <a:cubicBezTo>
                    <a:pt x="20250" y="3825"/>
                    <a:pt x="20250" y="19800"/>
                    <a:pt x="20250" y="19800"/>
                  </a:cubicBezTo>
                  <a:close/>
                  <a:moveTo>
                    <a:pt x="19800" y="2025"/>
                  </a:moveTo>
                  <a:lnTo>
                    <a:pt x="16875" y="2025"/>
                  </a:lnTo>
                  <a:lnTo>
                    <a:pt x="16875" y="675"/>
                  </a:lnTo>
                  <a:cubicBezTo>
                    <a:pt x="16875" y="302"/>
                    <a:pt x="16572" y="0"/>
                    <a:pt x="16200" y="0"/>
                  </a:cubicBezTo>
                  <a:cubicBezTo>
                    <a:pt x="15828" y="0"/>
                    <a:pt x="15525" y="302"/>
                    <a:pt x="15525" y="675"/>
                  </a:cubicBezTo>
                  <a:lnTo>
                    <a:pt x="15525" y="2025"/>
                  </a:lnTo>
                  <a:lnTo>
                    <a:pt x="11475" y="2025"/>
                  </a:lnTo>
                  <a:lnTo>
                    <a:pt x="11475" y="675"/>
                  </a:lnTo>
                  <a:cubicBezTo>
                    <a:pt x="11475" y="302"/>
                    <a:pt x="11172" y="0"/>
                    <a:pt x="10800" y="0"/>
                  </a:cubicBezTo>
                  <a:cubicBezTo>
                    <a:pt x="10428" y="0"/>
                    <a:pt x="10125" y="302"/>
                    <a:pt x="10125" y="675"/>
                  </a:cubicBezTo>
                  <a:lnTo>
                    <a:pt x="10125" y="2025"/>
                  </a:lnTo>
                  <a:lnTo>
                    <a:pt x="6075" y="2025"/>
                  </a:lnTo>
                  <a:lnTo>
                    <a:pt x="6075" y="675"/>
                  </a:lnTo>
                  <a:cubicBezTo>
                    <a:pt x="6075" y="302"/>
                    <a:pt x="5772" y="0"/>
                    <a:pt x="5400" y="0"/>
                  </a:cubicBezTo>
                  <a:cubicBezTo>
                    <a:pt x="5028" y="0"/>
                    <a:pt x="4725" y="302"/>
                    <a:pt x="4725" y="675"/>
                  </a:cubicBezTo>
                  <a:lnTo>
                    <a:pt x="4725" y="2025"/>
                  </a:lnTo>
                  <a:lnTo>
                    <a:pt x="1800" y="2025"/>
                  </a:lnTo>
                  <a:cubicBezTo>
                    <a:pt x="806" y="2025"/>
                    <a:pt x="0" y="2831"/>
                    <a:pt x="0" y="3825"/>
                  </a:cubicBezTo>
                  <a:lnTo>
                    <a:pt x="0" y="19800"/>
                  </a:lnTo>
                  <a:cubicBezTo>
                    <a:pt x="0" y="20794"/>
                    <a:pt x="806" y="21600"/>
                    <a:pt x="1800" y="21600"/>
                  </a:cubicBezTo>
                  <a:lnTo>
                    <a:pt x="19800" y="21600"/>
                  </a:lnTo>
                  <a:cubicBezTo>
                    <a:pt x="20794" y="21600"/>
                    <a:pt x="21600" y="20794"/>
                    <a:pt x="21600" y="19800"/>
                  </a:cubicBezTo>
                  <a:lnTo>
                    <a:pt x="21600" y="3825"/>
                  </a:lnTo>
                  <a:cubicBezTo>
                    <a:pt x="21600" y="2831"/>
                    <a:pt x="20794" y="2025"/>
                    <a:pt x="19800" y="202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18" name="AutoShape 17"/>
            <p:cNvSpPr>
              <a:spLocks/>
            </p:cNvSpPr>
            <p:nvPr/>
          </p:nvSpPr>
          <p:spPr bwMode="auto">
            <a:xfrm>
              <a:off x="4724713" y="3554912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19" name="AutoShape 18"/>
            <p:cNvSpPr>
              <a:spLocks/>
            </p:cNvSpPr>
            <p:nvPr/>
          </p:nvSpPr>
          <p:spPr bwMode="auto">
            <a:xfrm>
              <a:off x="4724713" y="3616971"/>
              <a:ext cx="49812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20" name="AutoShape 19"/>
            <p:cNvSpPr>
              <a:spLocks/>
            </p:cNvSpPr>
            <p:nvPr/>
          </p:nvSpPr>
          <p:spPr bwMode="auto">
            <a:xfrm>
              <a:off x="4724713" y="3679029"/>
              <a:ext cx="49812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21" name="AutoShape 20"/>
            <p:cNvSpPr>
              <a:spLocks/>
            </p:cNvSpPr>
            <p:nvPr/>
          </p:nvSpPr>
          <p:spPr bwMode="auto">
            <a:xfrm>
              <a:off x="4811178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22" name="AutoShape 21"/>
            <p:cNvSpPr>
              <a:spLocks/>
            </p:cNvSpPr>
            <p:nvPr/>
          </p:nvSpPr>
          <p:spPr bwMode="auto">
            <a:xfrm>
              <a:off x="4811178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23" name="AutoShape 22"/>
            <p:cNvSpPr>
              <a:spLocks/>
            </p:cNvSpPr>
            <p:nvPr/>
          </p:nvSpPr>
          <p:spPr bwMode="auto">
            <a:xfrm>
              <a:off x="4811178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24" name="AutoShape 23"/>
            <p:cNvSpPr>
              <a:spLocks/>
            </p:cNvSpPr>
            <p:nvPr/>
          </p:nvSpPr>
          <p:spPr bwMode="auto">
            <a:xfrm>
              <a:off x="4897644" y="3679029"/>
              <a:ext cx="48871" cy="3667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25" name="AutoShape 24"/>
            <p:cNvSpPr>
              <a:spLocks/>
            </p:cNvSpPr>
            <p:nvPr/>
          </p:nvSpPr>
          <p:spPr bwMode="auto">
            <a:xfrm>
              <a:off x="4897644" y="3616971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  <p:sp>
          <p:nvSpPr>
            <p:cNvPr id="26" name="AutoShape 25"/>
            <p:cNvSpPr>
              <a:spLocks/>
            </p:cNvSpPr>
            <p:nvPr/>
          </p:nvSpPr>
          <p:spPr bwMode="auto">
            <a:xfrm>
              <a:off x="4897644" y="3554912"/>
              <a:ext cx="48871" cy="3761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675" noProof="0"/>
            </a:p>
          </p:txBody>
        </p:sp>
      </p:grpSp>
      <p:pic>
        <p:nvPicPr>
          <p:cNvPr id="27" name="Imagen 26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r="63337"/>
          <a:stretch/>
        </p:blipFill>
        <p:spPr>
          <a:xfrm>
            <a:off x="10381541" y="1409838"/>
            <a:ext cx="1810459" cy="4682134"/>
          </a:xfrm>
          <a:prstGeom prst="rect">
            <a:avLst/>
          </a:prstGeom>
        </p:spPr>
      </p:pic>
      <p:sp>
        <p:nvSpPr>
          <p:cNvPr id="31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32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3840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SES/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505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Elipse 1"/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 166"/>
          <p:cNvSpPr>
            <a:spLocks noChangeAspect="1"/>
          </p:cNvSpPr>
          <p:nvPr userDrawn="1"/>
        </p:nvSpPr>
        <p:spPr>
          <a:xfrm>
            <a:off x="291435" y="279850"/>
            <a:ext cx="516926" cy="46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737" y="15641"/>
                </a:moveTo>
                <a:cubicBezTo>
                  <a:pt x="5551" y="15641"/>
                  <a:pt x="5400" y="15431"/>
                  <a:pt x="5400" y="15172"/>
                </a:cubicBezTo>
                <a:lnTo>
                  <a:pt x="5400" y="4946"/>
                </a:lnTo>
                <a:cubicBezTo>
                  <a:pt x="5400" y="4688"/>
                  <a:pt x="5551" y="4477"/>
                  <a:pt x="5737" y="4477"/>
                </a:cubicBezTo>
                <a:cubicBezTo>
                  <a:pt x="5923" y="4477"/>
                  <a:pt x="6075" y="4688"/>
                  <a:pt x="6075" y="4946"/>
                </a:cubicBezTo>
                <a:lnTo>
                  <a:pt x="6075" y="15172"/>
                </a:lnTo>
                <a:cubicBezTo>
                  <a:pt x="6075" y="15431"/>
                  <a:pt x="5923" y="15641"/>
                  <a:pt x="5737" y="15641"/>
                </a:cubicBezTo>
                <a:close/>
                <a:moveTo>
                  <a:pt x="11138" y="16385"/>
                </a:moveTo>
                <a:cubicBezTo>
                  <a:pt x="10951" y="16385"/>
                  <a:pt x="10800" y="16176"/>
                  <a:pt x="10800" y="15917"/>
                </a:cubicBezTo>
                <a:lnTo>
                  <a:pt x="10800" y="7181"/>
                </a:lnTo>
                <a:cubicBezTo>
                  <a:pt x="10800" y="6922"/>
                  <a:pt x="10951" y="6712"/>
                  <a:pt x="11138" y="6712"/>
                </a:cubicBezTo>
                <a:cubicBezTo>
                  <a:pt x="11324" y="6712"/>
                  <a:pt x="11475" y="6922"/>
                  <a:pt x="11475" y="7181"/>
                </a:cubicBezTo>
                <a:lnTo>
                  <a:pt x="11475" y="15917"/>
                </a:lnTo>
                <a:cubicBezTo>
                  <a:pt x="11475" y="16176"/>
                  <a:pt x="11324" y="16385"/>
                  <a:pt x="11138" y="16385"/>
                </a:cubicBezTo>
                <a:close/>
                <a:moveTo>
                  <a:pt x="16200" y="4201"/>
                </a:moveTo>
                <a:cubicBezTo>
                  <a:pt x="16200" y="3943"/>
                  <a:pt x="16351" y="3733"/>
                  <a:pt x="16537" y="3733"/>
                </a:cubicBezTo>
                <a:cubicBezTo>
                  <a:pt x="16724" y="3733"/>
                  <a:pt x="16875" y="3943"/>
                  <a:pt x="16875" y="4201"/>
                </a:cubicBezTo>
                <a:lnTo>
                  <a:pt x="16875" y="14427"/>
                </a:lnTo>
                <a:cubicBezTo>
                  <a:pt x="16875" y="14686"/>
                  <a:pt x="16724" y="14896"/>
                  <a:pt x="16537" y="14896"/>
                </a:cubicBezTo>
                <a:cubicBezTo>
                  <a:pt x="16351" y="14896"/>
                  <a:pt x="16200" y="14686"/>
                  <a:pt x="16200" y="14427"/>
                </a:cubicBezTo>
                <a:cubicBezTo>
                  <a:pt x="16200" y="14427"/>
                  <a:pt x="16200" y="4201"/>
                  <a:pt x="16200" y="4201"/>
                </a:cubicBezTo>
                <a:close/>
                <a:moveTo>
                  <a:pt x="20250" y="3724"/>
                </a:moveTo>
                <a:lnTo>
                  <a:pt x="16200" y="1489"/>
                </a:lnTo>
                <a:lnTo>
                  <a:pt x="10800" y="5214"/>
                </a:lnTo>
                <a:lnTo>
                  <a:pt x="5400" y="2234"/>
                </a:lnTo>
                <a:lnTo>
                  <a:pt x="1350" y="4469"/>
                </a:lnTo>
                <a:lnTo>
                  <a:pt x="1350" y="19365"/>
                </a:lnTo>
                <a:lnTo>
                  <a:pt x="5400" y="17131"/>
                </a:lnTo>
                <a:lnTo>
                  <a:pt x="10800" y="18621"/>
                </a:lnTo>
                <a:lnTo>
                  <a:pt x="16200" y="16386"/>
                </a:lnTo>
                <a:lnTo>
                  <a:pt x="20250" y="17876"/>
                </a:lnTo>
                <a:cubicBezTo>
                  <a:pt x="20250" y="17876"/>
                  <a:pt x="20250" y="3724"/>
                  <a:pt x="20250" y="3724"/>
                </a:cubicBezTo>
                <a:close/>
                <a:moveTo>
                  <a:pt x="16200" y="17876"/>
                </a:moveTo>
                <a:lnTo>
                  <a:pt x="10800" y="20110"/>
                </a:lnTo>
                <a:lnTo>
                  <a:pt x="5400" y="18621"/>
                </a:lnTo>
                <a:lnTo>
                  <a:pt x="0" y="21600"/>
                </a:lnTo>
                <a:lnTo>
                  <a:pt x="0" y="3707"/>
                </a:lnTo>
                <a:lnTo>
                  <a:pt x="5400" y="745"/>
                </a:lnTo>
                <a:lnTo>
                  <a:pt x="10800" y="3724"/>
                </a:lnTo>
                <a:lnTo>
                  <a:pt x="16200" y="0"/>
                </a:lnTo>
                <a:lnTo>
                  <a:pt x="21600" y="2979"/>
                </a:lnTo>
                <a:lnTo>
                  <a:pt x="21600" y="20110"/>
                </a:lnTo>
                <a:cubicBezTo>
                  <a:pt x="21600" y="20110"/>
                  <a:pt x="16200" y="17876"/>
                  <a:pt x="16200" y="1787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 rotWithShape="1">
          <a:blip r:embed="rId2"/>
          <a:srcRect r="44916"/>
          <a:stretch/>
        </p:blipFill>
        <p:spPr>
          <a:xfrm>
            <a:off x="9325148" y="1515165"/>
            <a:ext cx="2865469" cy="4320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9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31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BAJO RE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A695D07-0FCC-4BB8-BB01-B0B399C5F4AC}"/>
              </a:ext>
            </a:extLst>
          </p:cNvPr>
          <p:cNvSpPr/>
          <p:nvPr userDrawn="1"/>
        </p:nvSpPr>
        <p:spPr>
          <a:xfrm>
            <a:off x="0" y="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ES" kern="0">
              <a:solidFill>
                <a:prstClr val="white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D152E66-BEBD-456C-B2DA-A7CCDA367262}"/>
              </a:ext>
            </a:extLst>
          </p:cNvPr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98CE925-9570-451C-B886-4081E0AF8D71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AutoShape 21">
            <a:extLst>
              <a:ext uri="{FF2B5EF4-FFF2-40B4-BE49-F238E27FC236}">
                <a16:creationId xmlns:a16="http://schemas.microsoft.com/office/drawing/2014/main" id="{E164FACB-251C-499A-A8DE-8F68D607EC84}"/>
              </a:ext>
            </a:extLst>
          </p:cNvPr>
          <p:cNvSpPr>
            <a:spLocks/>
          </p:cNvSpPr>
          <p:nvPr userDrawn="1"/>
        </p:nvSpPr>
        <p:spPr bwMode="auto">
          <a:xfrm>
            <a:off x="332303" y="294081"/>
            <a:ext cx="438469" cy="437245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9659" y="14560"/>
                </a:moveTo>
                <a:cubicBezTo>
                  <a:pt x="9637" y="14592"/>
                  <a:pt x="9623" y="14629"/>
                  <a:pt x="9595" y="14658"/>
                </a:cubicBezTo>
                <a:cubicBezTo>
                  <a:pt x="9462" y="14790"/>
                  <a:pt x="9286" y="14852"/>
                  <a:pt x="9112" y="14847"/>
                </a:cubicBezTo>
                <a:cubicBezTo>
                  <a:pt x="8938" y="14852"/>
                  <a:pt x="8763" y="14790"/>
                  <a:pt x="8630" y="14657"/>
                </a:cubicBezTo>
                <a:cubicBezTo>
                  <a:pt x="8602" y="14629"/>
                  <a:pt x="8588" y="14593"/>
                  <a:pt x="8566" y="14560"/>
                </a:cubicBezTo>
                <a:lnTo>
                  <a:pt x="5255" y="11250"/>
                </a:lnTo>
                <a:cubicBezTo>
                  <a:pt x="4997" y="10992"/>
                  <a:pt x="4997" y="10575"/>
                  <a:pt x="5255" y="10317"/>
                </a:cubicBezTo>
                <a:cubicBezTo>
                  <a:pt x="5512" y="10060"/>
                  <a:pt x="5930" y="10060"/>
                  <a:pt x="6187" y="10317"/>
                </a:cubicBezTo>
                <a:lnTo>
                  <a:pt x="9112" y="13243"/>
                </a:lnTo>
                <a:lnTo>
                  <a:pt x="15413" y="6942"/>
                </a:lnTo>
                <a:cubicBezTo>
                  <a:pt x="15670" y="6685"/>
                  <a:pt x="16087" y="6685"/>
                  <a:pt x="16344" y="6942"/>
                </a:cubicBezTo>
                <a:cubicBezTo>
                  <a:pt x="16602" y="7200"/>
                  <a:pt x="16602" y="7618"/>
                  <a:pt x="16344" y="7875"/>
                </a:cubicBezTo>
                <a:cubicBezTo>
                  <a:pt x="16344" y="7875"/>
                  <a:pt x="9659" y="14560"/>
                  <a:pt x="9659" y="14560"/>
                </a:cubicBezTo>
                <a:close/>
                <a:moveTo>
                  <a:pt x="10800" y="1350"/>
                </a:moveTo>
                <a:cubicBezTo>
                  <a:pt x="5581" y="1350"/>
                  <a:pt x="1350" y="5581"/>
                  <a:pt x="1350" y="10800"/>
                </a:cubicBezTo>
                <a:cubicBezTo>
                  <a:pt x="1350" y="16019"/>
                  <a:pt x="5581" y="20250"/>
                  <a:pt x="10800" y="20250"/>
                </a:cubicBezTo>
                <a:cubicBezTo>
                  <a:pt x="16019" y="20250"/>
                  <a:pt x="20250" y="16019"/>
                  <a:pt x="20250" y="10800"/>
                </a:cubicBezTo>
                <a:cubicBezTo>
                  <a:pt x="20250" y="5581"/>
                  <a:pt x="16019" y="1350"/>
                  <a:pt x="10800" y="1350"/>
                </a:cubicBezTo>
                <a:close/>
                <a:moveTo>
                  <a:pt x="10800" y="21600"/>
                </a:moveTo>
                <a:cubicBezTo>
                  <a:pt x="4835" y="21600"/>
                  <a:pt x="0" y="16764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lose/>
                <a:moveTo>
                  <a:pt x="10800" y="21600"/>
                </a:move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0" tIns="0" rIns="0" bIns="0"/>
          <a:lstStyle/>
          <a:p>
            <a:endParaRPr lang="id-ID" sz="675">
              <a:solidFill>
                <a:prstClr val="black"/>
              </a:solidFill>
            </a:endParaRPr>
          </a:p>
        </p:txBody>
      </p:sp>
      <p:pic>
        <p:nvPicPr>
          <p:cNvPr id="74" name="Imagen 73">
            <a:extLst>
              <a:ext uri="{FF2B5EF4-FFF2-40B4-BE49-F238E27FC236}">
                <a16:creationId xmlns:a16="http://schemas.microsoft.com/office/drawing/2014/main" id="{C4A6C776-AAD1-4058-A60E-7CABC05743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0000"/>
          <a:stretch/>
        </p:blipFill>
        <p:spPr>
          <a:xfrm>
            <a:off x="10612999" y="1985580"/>
            <a:ext cx="1579001" cy="3225064"/>
          </a:xfrm>
          <a:prstGeom prst="rect">
            <a:avLst/>
          </a:prstGeom>
        </p:spPr>
      </p:pic>
      <p:sp>
        <p:nvSpPr>
          <p:cNvPr id="17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6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ESGOS DETECTADOS RO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A695D07-0FCC-4BB8-BB01-B0B399C5F4AC}"/>
              </a:ext>
            </a:extLst>
          </p:cNvPr>
          <p:cNvSpPr/>
          <p:nvPr userDrawn="1"/>
        </p:nvSpPr>
        <p:spPr>
          <a:xfrm>
            <a:off x="0" y="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ES" kern="0">
              <a:solidFill>
                <a:prstClr val="white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D152E66-BEBD-456C-B2DA-A7CCDA367262}"/>
              </a:ext>
            </a:extLst>
          </p:cNvPr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98CE925-9570-451C-B886-4081E0AF8D71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upo 30">
            <a:extLst>
              <a:ext uri="{FF2B5EF4-FFF2-40B4-BE49-F238E27FC236}">
                <a16:creationId xmlns:a16="http://schemas.microsoft.com/office/drawing/2014/main" id="{9FB142CD-B211-49EB-B37C-694F5C0B7561}"/>
              </a:ext>
            </a:extLst>
          </p:cNvPr>
          <p:cNvGrpSpPr/>
          <p:nvPr userDrawn="1"/>
        </p:nvGrpSpPr>
        <p:grpSpPr>
          <a:xfrm>
            <a:off x="380205" y="256963"/>
            <a:ext cx="369624" cy="538696"/>
            <a:chOff x="7338130" y="3518223"/>
            <a:chExt cx="217836" cy="317478"/>
          </a:xfrm>
          <a:solidFill>
            <a:schemeClr val="accent1"/>
          </a:solidFill>
        </p:grpSpPr>
        <p:sp>
          <p:nvSpPr>
            <p:cNvPr id="32" name="AutoShape 28">
              <a:extLst>
                <a:ext uri="{FF2B5EF4-FFF2-40B4-BE49-F238E27FC236}">
                  <a16:creationId xmlns:a16="http://schemas.microsoft.com/office/drawing/2014/main" id="{8A12894E-ECB9-4CB2-9BE0-1BDBE3838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8130" y="3518223"/>
              <a:ext cx="217836" cy="317478"/>
            </a:xfrm>
            <a:custGeom>
              <a:avLst/>
              <a:gdLst/>
              <a:ahLst/>
              <a:cxnLst/>
              <a:rect l="0" t="0" r="r" b="b"/>
              <a:pathLst>
                <a:path w="20767" h="21600">
                  <a:moveTo>
                    <a:pt x="18567" y="16551"/>
                  </a:moveTo>
                  <a:cubicBezTo>
                    <a:pt x="17960" y="18285"/>
                    <a:pt x="17275" y="20250"/>
                    <a:pt x="9437" y="20250"/>
                  </a:cubicBezTo>
                  <a:cubicBezTo>
                    <a:pt x="4711" y="20250"/>
                    <a:pt x="1888" y="17810"/>
                    <a:pt x="1888" y="15451"/>
                  </a:cubicBezTo>
                  <a:cubicBezTo>
                    <a:pt x="1888" y="13645"/>
                    <a:pt x="2350" y="12162"/>
                    <a:pt x="2835" y="10592"/>
                  </a:cubicBezTo>
                  <a:cubicBezTo>
                    <a:pt x="3455" y="8601"/>
                    <a:pt x="4089" y="6563"/>
                    <a:pt x="3814" y="3868"/>
                  </a:cubicBezTo>
                  <a:cubicBezTo>
                    <a:pt x="6724" y="6750"/>
                    <a:pt x="7760" y="10567"/>
                    <a:pt x="7760" y="10567"/>
                  </a:cubicBezTo>
                  <a:cubicBezTo>
                    <a:pt x="7760" y="10567"/>
                    <a:pt x="10469" y="7847"/>
                    <a:pt x="11197" y="6583"/>
                  </a:cubicBezTo>
                  <a:cubicBezTo>
                    <a:pt x="11755" y="7395"/>
                    <a:pt x="12267" y="10125"/>
                    <a:pt x="12267" y="12825"/>
                  </a:cubicBezTo>
                  <a:cubicBezTo>
                    <a:pt x="12267" y="12825"/>
                    <a:pt x="14774" y="11348"/>
                    <a:pt x="16654" y="9127"/>
                  </a:cubicBezTo>
                  <a:cubicBezTo>
                    <a:pt x="18633" y="11666"/>
                    <a:pt x="19346" y="14321"/>
                    <a:pt x="18567" y="16551"/>
                  </a:cubicBezTo>
                  <a:moveTo>
                    <a:pt x="16042" y="6075"/>
                  </a:moveTo>
                  <a:cubicBezTo>
                    <a:pt x="15983" y="7880"/>
                    <a:pt x="14088" y="9405"/>
                    <a:pt x="14088" y="9405"/>
                  </a:cubicBezTo>
                  <a:cubicBezTo>
                    <a:pt x="14088" y="6047"/>
                    <a:pt x="10380" y="3375"/>
                    <a:pt x="10380" y="3375"/>
                  </a:cubicBezTo>
                  <a:cubicBezTo>
                    <a:pt x="10380" y="3375"/>
                    <a:pt x="10331" y="5374"/>
                    <a:pt x="8453" y="7389"/>
                  </a:cubicBezTo>
                  <a:cubicBezTo>
                    <a:pt x="6575" y="2687"/>
                    <a:pt x="939" y="0"/>
                    <a:pt x="939" y="0"/>
                  </a:cubicBezTo>
                  <a:cubicBezTo>
                    <a:pt x="3757" y="7389"/>
                    <a:pt x="0" y="10077"/>
                    <a:pt x="0" y="15451"/>
                  </a:cubicBezTo>
                  <a:cubicBezTo>
                    <a:pt x="0" y="18605"/>
                    <a:pt x="3731" y="21600"/>
                    <a:pt x="9437" y="21600"/>
                  </a:cubicBezTo>
                  <a:cubicBezTo>
                    <a:pt x="17888" y="21600"/>
                    <a:pt x="19523" y="19380"/>
                    <a:pt x="20397" y="16879"/>
                  </a:cubicBezTo>
                  <a:cubicBezTo>
                    <a:pt x="21600" y="13436"/>
                    <a:pt x="19798" y="9433"/>
                    <a:pt x="16042" y="60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33" name="AutoShape 29">
              <a:extLst>
                <a:ext uri="{FF2B5EF4-FFF2-40B4-BE49-F238E27FC236}">
                  <a16:creationId xmlns:a16="http://schemas.microsoft.com/office/drawing/2014/main" id="{633846C7-CCC1-4050-9DCA-47216AF1D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8079" y="3657114"/>
              <a:ext cx="140199" cy="113870"/>
            </a:xfrm>
            <a:custGeom>
              <a:avLst/>
              <a:gdLst/>
              <a:ahLst/>
              <a:cxnLst/>
              <a:rect l="0" t="0" r="r" b="b"/>
              <a:pathLst>
                <a:path w="21282" h="21600">
                  <a:moveTo>
                    <a:pt x="20698" y="5891"/>
                  </a:moveTo>
                  <a:lnTo>
                    <a:pt x="19424" y="7749"/>
                  </a:lnTo>
                  <a:cubicBezTo>
                    <a:pt x="17846" y="10064"/>
                    <a:pt x="16353" y="12259"/>
                    <a:pt x="12365" y="14784"/>
                  </a:cubicBezTo>
                  <a:cubicBezTo>
                    <a:pt x="11794" y="12631"/>
                    <a:pt x="11276" y="10259"/>
                    <a:pt x="11276" y="6632"/>
                  </a:cubicBezTo>
                  <a:lnTo>
                    <a:pt x="11276" y="3409"/>
                  </a:lnTo>
                  <a:lnTo>
                    <a:pt x="9001" y="7893"/>
                  </a:lnTo>
                  <a:cubicBezTo>
                    <a:pt x="8234" y="9422"/>
                    <a:pt x="7598" y="10690"/>
                    <a:pt x="6650" y="12374"/>
                  </a:cubicBezTo>
                  <a:cubicBezTo>
                    <a:pt x="5212" y="8296"/>
                    <a:pt x="4196" y="5282"/>
                    <a:pt x="3423" y="2545"/>
                  </a:cubicBezTo>
                  <a:lnTo>
                    <a:pt x="2705" y="0"/>
                  </a:lnTo>
                  <a:lnTo>
                    <a:pt x="1927" y="2847"/>
                  </a:lnTo>
                  <a:cubicBezTo>
                    <a:pt x="937" y="6470"/>
                    <a:pt x="0" y="9891"/>
                    <a:pt x="0" y="18771"/>
                  </a:cubicBezTo>
                  <a:cubicBezTo>
                    <a:pt x="0" y="19292"/>
                    <a:pt x="334" y="19714"/>
                    <a:pt x="750" y="19714"/>
                  </a:cubicBezTo>
                  <a:cubicBezTo>
                    <a:pt x="1162" y="19714"/>
                    <a:pt x="1499" y="19292"/>
                    <a:pt x="1499" y="18771"/>
                  </a:cubicBezTo>
                  <a:cubicBezTo>
                    <a:pt x="1499" y="11965"/>
                    <a:pt x="2038" y="8595"/>
                    <a:pt x="2758" y="5681"/>
                  </a:cubicBezTo>
                  <a:cubicBezTo>
                    <a:pt x="3537" y="8175"/>
                    <a:pt x="4521" y="11009"/>
                    <a:pt x="5812" y="14639"/>
                  </a:cubicBezTo>
                  <a:lnTo>
                    <a:pt x="6339" y="16118"/>
                  </a:lnTo>
                  <a:lnTo>
                    <a:pt x="7100" y="14812"/>
                  </a:lnTo>
                  <a:cubicBezTo>
                    <a:pt x="8345" y="12681"/>
                    <a:pt x="9086" y="11248"/>
                    <a:pt x="9897" y="9639"/>
                  </a:cubicBezTo>
                  <a:cubicBezTo>
                    <a:pt x="10134" y="12429"/>
                    <a:pt x="10681" y="14429"/>
                    <a:pt x="11223" y="16409"/>
                  </a:cubicBezTo>
                  <a:lnTo>
                    <a:pt x="11495" y="17405"/>
                  </a:lnTo>
                  <a:lnTo>
                    <a:pt x="12254" y="16954"/>
                  </a:lnTo>
                  <a:cubicBezTo>
                    <a:pt x="16306" y="14532"/>
                    <a:pt x="18203" y="12328"/>
                    <a:pt x="19708" y="10212"/>
                  </a:cubicBezTo>
                  <a:cubicBezTo>
                    <a:pt x="19943" y="13727"/>
                    <a:pt x="19574" y="17574"/>
                    <a:pt x="18698" y="20305"/>
                  </a:cubicBezTo>
                  <a:cubicBezTo>
                    <a:pt x="18543" y="20788"/>
                    <a:pt x="18731" y="21337"/>
                    <a:pt x="19114" y="21532"/>
                  </a:cubicBezTo>
                  <a:cubicBezTo>
                    <a:pt x="19205" y="21578"/>
                    <a:pt x="19302" y="21600"/>
                    <a:pt x="19395" y="21600"/>
                  </a:cubicBezTo>
                  <a:cubicBezTo>
                    <a:pt x="19691" y="21600"/>
                    <a:pt x="19972" y="21377"/>
                    <a:pt x="20089" y="21009"/>
                  </a:cubicBezTo>
                  <a:cubicBezTo>
                    <a:pt x="21252" y="17381"/>
                    <a:pt x="21600" y="12213"/>
                    <a:pt x="20976" y="7841"/>
                  </a:cubicBezTo>
                  <a:cubicBezTo>
                    <a:pt x="20976" y="7841"/>
                    <a:pt x="20698" y="5891"/>
                    <a:pt x="20698" y="5891"/>
                  </a:cubicBezTo>
                  <a:close/>
                  <a:moveTo>
                    <a:pt x="20698" y="5891"/>
                  </a:move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</p:grpSp>
      <p:pic>
        <p:nvPicPr>
          <p:cNvPr id="75" name="Imagen 74">
            <a:extLst>
              <a:ext uri="{FF2B5EF4-FFF2-40B4-BE49-F238E27FC236}">
                <a16:creationId xmlns:a16="http://schemas.microsoft.com/office/drawing/2014/main" id="{FAA0AFD5-A0A4-4FFB-A582-58DC4DED4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2714"/>
          <a:stretch/>
        </p:blipFill>
        <p:spPr>
          <a:xfrm>
            <a:off x="10638391" y="1688400"/>
            <a:ext cx="1568123" cy="3974937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2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ESGOS DETECTADOS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 userDrawn="1"/>
        </p:nvPicPr>
        <p:blipFill rotWithShape="1">
          <a:blip r:embed="rId2"/>
          <a:srcRect r="43058"/>
          <a:stretch/>
        </p:blipFill>
        <p:spPr>
          <a:xfrm>
            <a:off x="10620945" y="1652675"/>
            <a:ext cx="1565640" cy="3993226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2A695D07-0FCC-4BB8-BB01-B0B399C5F4AC}"/>
              </a:ext>
            </a:extLst>
          </p:cNvPr>
          <p:cNvSpPr/>
          <p:nvPr userDrawn="1"/>
        </p:nvSpPr>
        <p:spPr>
          <a:xfrm>
            <a:off x="0" y="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ES" kern="0">
              <a:solidFill>
                <a:prstClr val="white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D152E66-BEBD-456C-B2DA-A7CCDA367262}"/>
              </a:ext>
            </a:extLst>
          </p:cNvPr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98CE925-9570-451C-B886-4081E0AF8D71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upo 30">
            <a:extLst>
              <a:ext uri="{FF2B5EF4-FFF2-40B4-BE49-F238E27FC236}">
                <a16:creationId xmlns:a16="http://schemas.microsoft.com/office/drawing/2014/main" id="{9FB142CD-B211-49EB-B37C-694F5C0B7561}"/>
              </a:ext>
            </a:extLst>
          </p:cNvPr>
          <p:cNvGrpSpPr/>
          <p:nvPr userDrawn="1"/>
        </p:nvGrpSpPr>
        <p:grpSpPr>
          <a:xfrm>
            <a:off x="380205" y="256963"/>
            <a:ext cx="369624" cy="538696"/>
            <a:chOff x="7338130" y="3526777"/>
            <a:chExt cx="217836" cy="317478"/>
          </a:xfrm>
          <a:solidFill>
            <a:schemeClr val="accent1"/>
          </a:solidFill>
        </p:grpSpPr>
        <p:sp>
          <p:nvSpPr>
            <p:cNvPr id="32" name="AutoShape 28">
              <a:extLst>
                <a:ext uri="{FF2B5EF4-FFF2-40B4-BE49-F238E27FC236}">
                  <a16:creationId xmlns:a16="http://schemas.microsoft.com/office/drawing/2014/main" id="{8A12894E-ECB9-4CB2-9BE0-1BDBE3838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8130" y="3526777"/>
              <a:ext cx="217836" cy="317478"/>
            </a:xfrm>
            <a:custGeom>
              <a:avLst/>
              <a:gdLst/>
              <a:ahLst/>
              <a:cxnLst/>
              <a:rect l="0" t="0" r="r" b="b"/>
              <a:pathLst>
                <a:path w="20767" h="21600">
                  <a:moveTo>
                    <a:pt x="18567" y="16551"/>
                  </a:moveTo>
                  <a:cubicBezTo>
                    <a:pt x="17960" y="18285"/>
                    <a:pt x="17275" y="20250"/>
                    <a:pt x="9437" y="20250"/>
                  </a:cubicBezTo>
                  <a:cubicBezTo>
                    <a:pt x="4711" y="20250"/>
                    <a:pt x="1888" y="17810"/>
                    <a:pt x="1888" y="15451"/>
                  </a:cubicBezTo>
                  <a:cubicBezTo>
                    <a:pt x="1888" y="13645"/>
                    <a:pt x="2350" y="12162"/>
                    <a:pt x="2835" y="10592"/>
                  </a:cubicBezTo>
                  <a:cubicBezTo>
                    <a:pt x="3455" y="8601"/>
                    <a:pt x="4089" y="6563"/>
                    <a:pt x="3814" y="3868"/>
                  </a:cubicBezTo>
                  <a:cubicBezTo>
                    <a:pt x="6724" y="6750"/>
                    <a:pt x="7760" y="10567"/>
                    <a:pt x="7760" y="10567"/>
                  </a:cubicBezTo>
                  <a:cubicBezTo>
                    <a:pt x="7760" y="10567"/>
                    <a:pt x="10469" y="7847"/>
                    <a:pt x="11197" y="6583"/>
                  </a:cubicBezTo>
                  <a:cubicBezTo>
                    <a:pt x="11755" y="7395"/>
                    <a:pt x="12267" y="10125"/>
                    <a:pt x="12267" y="12825"/>
                  </a:cubicBezTo>
                  <a:cubicBezTo>
                    <a:pt x="12267" y="12825"/>
                    <a:pt x="14774" y="11348"/>
                    <a:pt x="16654" y="9127"/>
                  </a:cubicBezTo>
                  <a:cubicBezTo>
                    <a:pt x="18633" y="11666"/>
                    <a:pt x="19346" y="14321"/>
                    <a:pt x="18567" y="16551"/>
                  </a:cubicBezTo>
                  <a:moveTo>
                    <a:pt x="16042" y="6075"/>
                  </a:moveTo>
                  <a:cubicBezTo>
                    <a:pt x="15983" y="7880"/>
                    <a:pt x="14088" y="9405"/>
                    <a:pt x="14088" y="9405"/>
                  </a:cubicBezTo>
                  <a:cubicBezTo>
                    <a:pt x="14088" y="6047"/>
                    <a:pt x="10380" y="3375"/>
                    <a:pt x="10380" y="3375"/>
                  </a:cubicBezTo>
                  <a:cubicBezTo>
                    <a:pt x="10380" y="3375"/>
                    <a:pt x="10331" y="5374"/>
                    <a:pt x="8453" y="7389"/>
                  </a:cubicBezTo>
                  <a:cubicBezTo>
                    <a:pt x="6575" y="2687"/>
                    <a:pt x="939" y="0"/>
                    <a:pt x="939" y="0"/>
                  </a:cubicBezTo>
                  <a:cubicBezTo>
                    <a:pt x="3757" y="7389"/>
                    <a:pt x="0" y="10077"/>
                    <a:pt x="0" y="15451"/>
                  </a:cubicBezTo>
                  <a:cubicBezTo>
                    <a:pt x="0" y="18605"/>
                    <a:pt x="3731" y="21600"/>
                    <a:pt x="9437" y="21600"/>
                  </a:cubicBezTo>
                  <a:cubicBezTo>
                    <a:pt x="17888" y="21600"/>
                    <a:pt x="19523" y="19380"/>
                    <a:pt x="20397" y="16879"/>
                  </a:cubicBezTo>
                  <a:cubicBezTo>
                    <a:pt x="21600" y="13436"/>
                    <a:pt x="19798" y="9433"/>
                    <a:pt x="16042" y="60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33" name="AutoShape 29">
              <a:extLst>
                <a:ext uri="{FF2B5EF4-FFF2-40B4-BE49-F238E27FC236}">
                  <a16:creationId xmlns:a16="http://schemas.microsoft.com/office/drawing/2014/main" id="{633846C7-CCC1-4050-9DCA-47216AF1D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8079" y="3665532"/>
              <a:ext cx="140199" cy="113870"/>
            </a:xfrm>
            <a:custGeom>
              <a:avLst/>
              <a:gdLst/>
              <a:ahLst/>
              <a:cxnLst/>
              <a:rect l="0" t="0" r="r" b="b"/>
              <a:pathLst>
                <a:path w="21282" h="21600">
                  <a:moveTo>
                    <a:pt x="20698" y="5891"/>
                  </a:moveTo>
                  <a:lnTo>
                    <a:pt x="19424" y="7749"/>
                  </a:lnTo>
                  <a:cubicBezTo>
                    <a:pt x="17846" y="10064"/>
                    <a:pt x="16353" y="12259"/>
                    <a:pt x="12365" y="14784"/>
                  </a:cubicBezTo>
                  <a:cubicBezTo>
                    <a:pt x="11794" y="12631"/>
                    <a:pt x="11276" y="10259"/>
                    <a:pt x="11276" y="6632"/>
                  </a:cubicBezTo>
                  <a:lnTo>
                    <a:pt x="11276" y="3409"/>
                  </a:lnTo>
                  <a:lnTo>
                    <a:pt x="9001" y="7893"/>
                  </a:lnTo>
                  <a:cubicBezTo>
                    <a:pt x="8234" y="9422"/>
                    <a:pt x="7598" y="10690"/>
                    <a:pt x="6650" y="12374"/>
                  </a:cubicBezTo>
                  <a:cubicBezTo>
                    <a:pt x="5212" y="8296"/>
                    <a:pt x="4196" y="5282"/>
                    <a:pt x="3423" y="2545"/>
                  </a:cubicBezTo>
                  <a:lnTo>
                    <a:pt x="2705" y="0"/>
                  </a:lnTo>
                  <a:lnTo>
                    <a:pt x="1927" y="2847"/>
                  </a:lnTo>
                  <a:cubicBezTo>
                    <a:pt x="937" y="6470"/>
                    <a:pt x="0" y="9891"/>
                    <a:pt x="0" y="18771"/>
                  </a:cubicBezTo>
                  <a:cubicBezTo>
                    <a:pt x="0" y="19292"/>
                    <a:pt x="334" y="19714"/>
                    <a:pt x="750" y="19714"/>
                  </a:cubicBezTo>
                  <a:cubicBezTo>
                    <a:pt x="1162" y="19714"/>
                    <a:pt x="1499" y="19292"/>
                    <a:pt x="1499" y="18771"/>
                  </a:cubicBezTo>
                  <a:cubicBezTo>
                    <a:pt x="1499" y="11965"/>
                    <a:pt x="2038" y="8595"/>
                    <a:pt x="2758" y="5681"/>
                  </a:cubicBezTo>
                  <a:cubicBezTo>
                    <a:pt x="3537" y="8175"/>
                    <a:pt x="4521" y="11009"/>
                    <a:pt x="5812" y="14639"/>
                  </a:cubicBezTo>
                  <a:lnTo>
                    <a:pt x="6339" y="16118"/>
                  </a:lnTo>
                  <a:lnTo>
                    <a:pt x="7100" y="14812"/>
                  </a:lnTo>
                  <a:cubicBezTo>
                    <a:pt x="8345" y="12681"/>
                    <a:pt x="9086" y="11248"/>
                    <a:pt x="9897" y="9639"/>
                  </a:cubicBezTo>
                  <a:cubicBezTo>
                    <a:pt x="10134" y="12429"/>
                    <a:pt x="10681" y="14429"/>
                    <a:pt x="11223" y="16409"/>
                  </a:cubicBezTo>
                  <a:lnTo>
                    <a:pt x="11495" y="17405"/>
                  </a:lnTo>
                  <a:lnTo>
                    <a:pt x="12254" y="16954"/>
                  </a:lnTo>
                  <a:cubicBezTo>
                    <a:pt x="16306" y="14532"/>
                    <a:pt x="18203" y="12328"/>
                    <a:pt x="19708" y="10212"/>
                  </a:cubicBezTo>
                  <a:cubicBezTo>
                    <a:pt x="19943" y="13727"/>
                    <a:pt x="19574" y="17574"/>
                    <a:pt x="18698" y="20305"/>
                  </a:cubicBezTo>
                  <a:cubicBezTo>
                    <a:pt x="18543" y="20788"/>
                    <a:pt x="18731" y="21337"/>
                    <a:pt x="19114" y="21532"/>
                  </a:cubicBezTo>
                  <a:cubicBezTo>
                    <a:pt x="19205" y="21578"/>
                    <a:pt x="19302" y="21600"/>
                    <a:pt x="19395" y="21600"/>
                  </a:cubicBezTo>
                  <a:cubicBezTo>
                    <a:pt x="19691" y="21600"/>
                    <a:pt x="19972" y="21377"/>
                    <a:pt x="20089" y="21009"/>
                  </a:cubicBezTo>
                  <a:cubicBezTo>
                    <a:pt x="21252" y="17381"/>
                    <a:pt x="21600" y="12213"/>
                    <a:pt x="20976" y="7841"/>
                  </a:cubicBezTo>
                  <a:cubicBezTo>
                    <a:pt x="20976" y="7841"/>
                    <a:pt x="20698" y="5891"/>
                    <a:pt x="20698" y="5891"/>
                  </a:cubicBezTo>
                  <a:close/>
                  <a:moveTo>
                    <a:pt x="20698" y="5891"/>
                  </a:move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</p:grpSp>
      <p:sp>
        <p:nvSpPr>
          <p:cNvPr id="14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3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VIDADES EN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A695D07-0FCC-4BB8-BB01-B0B399C5F4AC}"/>
              </a:ext>
            </a:extLst>
          </p:cNvPr>
          <p:cNvSpPr/>
          <p:nvPr userDrawn="1"/>
        </p:nvSpPr>
        <p:spPr>
          <a:xfrm>
            <a:off x="0" y="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ES" kern="0">
              <a:solidFill>
                <a:prstClr val="white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D152E66-BEBD-456C-B2DA-A7CCDA367262}"/>
              </a:ext>
            </a:extLst>
          </p:cNvPr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98CE925-9570-451C-B886-4081E0AF8D71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upo 65">
            <a:extLst>
              <a:ext uri="{FF2B5EF4-FFF2-40B4-BE49-F238E27FC236}">
                <a16:creationId xmlns:a16="http://schemas.microsoft.com/office/drawing/2014/main" id="{26889DC4-1597-444D-B2C5-B6D5A3E8B382}"/>
              </a:ext>
            </a:extLst>
          </p:cNvPr>
          <p:cNvGrpSpPr/>
          <p:nvPr userDrawn="1"/>
        </p:nvGrpSpPr>
        <p:grpSpPr>
          <a:xfrm>
            <a:off x="327374" y="355987"/>
            <a:ext cx="423942" cy="346193"/>
            <a:chOff x="7289136" y="4190389"/>
            <a:chExt cx="315825" cy="257904"/>
          </a:xfrm>
          <a:solidFill>
            <a:schemeClr val="accent1"/>
          </a:solidFill>
        </p:grpSpPr>
        <p:sp>
          <p:nvSpPr>
            <p:cNvPr id="67" name="AutoShape 3">
              <a:extLst>
                <a:ext uri="{FF2B5EF4-FFF2-40B4-BE49-F238E27FC236}">
                  <a16:creationId xmlns:a16="http://schemas.microsoft.com/office/drawing/2014/main" id="{071008D4-B876-477D-9184-D91C809A2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6218" y="4269570"/>
              <a:ext cx="59547" cy="79181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8000" y="18900"/>
                  </a:moveTo>
                  <a:lnTo>
                    <a:pt x="3600" y="18900"/>
                  </a:lnTo>
                  <a:lnTo>
                    <a:pt x="3600" y="2700"/>
                  </a:lnTo>
                  <a:lnTo>
                    <a:pt x="7200" y="2700"/>
                  </a:lnTo>
                  <a:lnTo>
                    <a:pt x="18000" y="14850"/>
                  </a:lnTo>
                  <a:cubicBezTo>
                    <a:pt x="18000" y="14850"/>
                    <a:pt x="18000" y="18900"/>
                    <a:pt x="18000" y="18900"/>
                  </a:cubicBezTo>
                  <a:close/>
                  <a:moveTo>
                    <a:pt x="10195" y="1202"/>
                  </a:moveTo>
                  <a:cubicBezTo>
                    <a:pt x="9527" y="451"/>
                    <a:pt x="8402" y="0"/>
                    <a:pt x="7200" y="0"/>
                  </a:cubicBezTo>
                  <a:lnTo>
                    <a:pt x="3600" y="0"/>
                  </a:lnTo>
                  <a:cubicBezTo>
                    <a:pt x="1610" y="0"/>
                    <a:pt x="0" y="1208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610" y="21600"/>
                    <a:pt x="3600" y="21600"/>
                  </a:cubicBezTo>
                  <a:lnTo>
                    <a:pt x="18000" y="21600"/>
                  </a:lnTo>
                  <a:cubicBezTo>
                    <a:pt x="19990" y="21600"/>
                    <a:pt x="21600" y="20392"/>
                    <a:pt x="21600" y="18900"/>
                  </a:cubicBezTo>
                  <a:lnTo>
                    <a:pt x="21600" y="14850"/>
                  </a:lnTo>
                  <a:cubicBezTo>
                    <a:pt x="21600" y="14317"/>
                    <a:pt x="21389" y="13795"/>
                    <a:pt x="20995" y="13352"/>
                  </a:cubicBezTo>
                  <a:cubicBezTo>
                    <a:pt x="20995" y="13352"/>
                    <a:pt x="10195" y="1202"/>
                    <a:pt x="10195" y="1202"/>
                  </a:cubicBezTo>
                  <a:close/>
                  <a:moveTo>
                    <a:pt x="10195" y="1202"/>
                  </a:move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68" name="AutoShape 4">
              <a:extLst>
                <a:ext uri="{FF2B5EF4-FFF2-40B4-BE49-F238E27FC236}">
                  <a16:creationId xmlns:a16="http://schemas.microsoft.com/office/drawing/2014/main" id="{8CF6CCD1-A1A7-480B-BBF7-938D3A324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9136" y="4190389"/>
              <a:ext cx="315825" cy="257904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0250" y="16615"/>
                  </a:moveTo>
                  <a:cubicBezTo>
                    <a:pt x="20250" y="17075"/>
                    <a:pt x="19948" y="17446"/>
                    <a:pt x="19575" y="17446"/>
                  </a:cubicBezTo>
                  <a:lnTo>
                    <a:pt x="18804" y="17446"/>
                  </a:lnTo>
                  <a:cubicBezTo>
                    <a:pt x="18502" y="16017"/>
                    <a:pt x="17454" y="14954"/>
                    <a:pt x="16200" y="14954"/>
                  </a:cubicBezTo>
                  <a:cubicBezTo>
                    <a:pt x="14945" y="14954"/>
                    <a:pt x="13897" y="16017"/>
                    <a:pt x="13595" y="17446"/>
                  </a:cubicBezTo>
                  <a:lnTo>
                    <a:pt x="10029" y="17446"/>
                  </a:lnTo>
                  <a:cubicBezTo>
                    <a:pt x="9727" y="16017"/>
                    <a:pt x="8679" y="14954"/>
                    <a:pt x="7425" y="14954"/>
                  </a:cubicBezTo>
                  <a:cubicBezTo>
                    <a:pt x="6170" y="14954"/>
                    <a:pt x="5122" y="16017"/>
                    <a:pt x="4820" y="17446"/>
                  </a:cubicBezTo>
                  <a:lnTo>
                    <a:pt x="4051" y="17446"/>
                  </a:lnTo>
                  <a:cubicBezTo>
                    <a:pt x="3677" y="17446"/>
                    <a:pt x="3376" y="17075"/>
                    <a:pt x="3376" y="16615"/>
                  </a:cubicBezTo>
                  <a:lnTo>
                    <a:pt x="3376" y="14123"/>
                  </a:lnTo>
                  <a:lnTo>
                    <a:pt x="12150" y="14123"/>
                  </a:lnTo>
                  <a:cubicBezTo>
                    <a:pt x="13267" y="14123"/>
                    <a:pt x="14175" y="13005"/>
                    <a:pt x="14175" y="11631"/>
                  </a:cubicBezTo>
                  <a:lnTo>
                    <a:pt x="14175" y="5815"/>
                  </a:lnTo>
                  <a:lnTo>
                    <a:pt x="16875" y="5815"/>
                  </a:lnTo>
                  <a:cubicBezTo>
                    <a:pt x="17101" y="5815"/>
                    <a:pt x="17312" y="5954"/>
                    <a:pt x="17437" y="6185"/>
                  </a:cubicBezTo>
                  <a:lnTo>
                    <a:pt x="20137" y="11170"/>
                  </a:lnTo>
                  <a:cubicBezTo>
                    <a:pt x="20210" y="11306"/>
                    <a:pt x="20250" y="11467"/>
                    <a:pt x="20250" y="11631"/>
                  </a:cubicBezTo>
                  <a:cubicBezTo>
                    <a:pt x="20250" y="11631"/>
                    <a:pt x="20250" y="16615"/>
                    <a:pt x="20250" y="16615"/>
                  </a:cubicBezTo>
                  <a:close/>
                  <a:moveTo>
                    <a:pt x="16200" y="19938"/>
                  </a:moveTo>
                  <a:cubicBezTo>
                    <a:pt x="15455" y="19938"/>
                    <a:pt x="14850" y="19194"/>
                    <a:pt x="14850" y="18277"/>
                  </a:cubicBezTo>
                  <a:cubicBezTo>
                    <a:pt x="14850" y="17360"/>
                    <a:pt x="15455" y="16615"/>
                    <a:pt x="16200" y="16615"/>
                  </a:cubicBezTo>
                  <a:cubicBezTo>
                    <a:pt x="16946" y="16615"/>
                    <a:pt x="17550" y="17360"/>
                    <a:pt x="17550" y="18277"/>
                  </a:cubicBezTo>
                  <a:cubicBezTo>
                    <a:pt x="17550" y="19194"/>
                    <a:pt x="16946" y="19938"/>
                    <a:pt x="16200" y="19938"/>
                  </a:cubicBezTo>
                  <a:moveTo>
                    <a:pt x="7425" y="19938"/>
                  </a:moveTo>
                  <a:cubicBezTo>
                    <a:pt x="6680" y="19938"/>
                    <a:pt x="6075" y="19194"/>
                    <a:pt x="6075" y="18277"/>
                  </a:cubicBezTo>
                  <a:cubicBezTo>
                    <a:pt x="6075" y="17360"/>
                    <a:pt x="6680" y="16615"/>
                    <a:pt x="7425" y="16615"/>
                  </a:cubicBezTo>
                  <a:cubicBezTo>
                    <a:pt x="8171" y="16615"/>
                    <a:pt x="8775" y="17360"/>
                    <a:pt x="8775" y="18277"/>
                  </a:cubicBezTo>
                  <a:cubicBezTo>
                    <a:pt x="8775" y="19194"/>
                    <a:pt x="8171" y="19938"/>
                    <a:pt x="7425" y="19938"/>
                  </a:cubicBezTo>
                  <a:moveTo>
                    <a:pt x="2025" y="12462"/>
                  </a:moveTo>
                  <a:cubicBezTo>
                    <a:pt x="1653" y="12462"/>
                    <a:pt x="1350" y="12090"/>
                    <a:pt x="1350" y="11631"/>
                  </a:cubicBezTo>
                  <a:lnTo>
                    <a:pt x="1350" y="2492"/>
                  </a:lnTo>
                  <a:cubicBezTo>
                    <a:pt x="1350" y="2033"/>
                    <a:pt x="1653" y="1662"/>
                    <a:pt x="2025" y="1662"/>
                  </a:cubicBezTo>
                  <a:lnTo>
                    <a:pt x="12150" y="1662"/>
                  </a:lnTo>
                  <a:cubicBezTo>
                    <a:pt x="12523" y="1662"/>
                    <a:pt x="12825" y="2033"/>
                    <a:pt x="12825" y="2492"/>
                  </a:cubicBezTo>
                  <a:lnTo>
                    <a:pt x="12825" y="4154"/>
                  </a:lnTo>
                  <a:lnTo>
                    <a:pt x="12825" y="5815"/>
                  </a:lnTo>
                  <a:lnTo>
                    <a:pt x="12825" y="11631"/>
                  </a:lnTo>
                  <a:cubicBezTo>
                    <a:pt x="12825" y="12090"/>
                    <a:pt x="12523" y="12462"/>
                    <a:pt x="12150" y="12462"/>
                  </a:cubicBezTo>
                  <a:cubicBezTo>
                    <a:pt x="12150" y="12462"/>
                    <a:pt x="2025" y="12462"/>
                    <a:pt x="2025" y="12462"/>
                  </a:cubicBezTo>
                  <a:close/>
                  <a:moveTo>
                    <a:pt x="21260" y="10248"/>
                  </a:moveTo>
                  <a:lnTo>
                    <a:pt x="18560" y="5264"/>
                  </a:lnTo>
                  <a:cubicBezTo>
                    <a:pt x="18182" y="4568"/>
                    <a:pt x="17553" y="4154"/>
                    <a:pt x="16875" y="4154"/>
                  </a:cubicBezTo>
                  <a:lnTo>
                    <a:pt x="14175" y="4154"/>
                  </a:lnTo>
                  <a:lnTo>
                    <a:pt x="14175" y="2492"/>
                  </a:lnTo>
                  <a:cubicBezTo>
                    <a:pt x="14175" y="1118"/>
                    <a:pt x="13267" y="0"/>
                    <a:pt x="12150" y="0"/>
                  </a:cubicBezTo>
                  <a:lnTo>
                    <a:pt x="2025" y="0"/>
                  </a:lnTo>
                  <a:cubicBezTo>
                    <a:pt x="908" y="0"/>
                    <a:pt x="0" y="1118"/>
                    <a:pt x="0" y="2492"/>
                  </a:cubicBezTo>
                  <a:lnTo>
                    <a:pt x="0" y="11631"/>
                  </a:lnTo>
                  <a:cubicBezTo>
                    <a:pt x="0" y="13005"/>
                    <a:pt x="908" y="14123"/>
                    <a:pt x="2025" y="14123"/>
                  </a:cubicBezTo>
                  <a:lnTo>
                    <a:pt x="2026" y="14123"/>
                  </a:lnTo>
                  <a:lnTo>
                    <a:pt x="2026" y="16615"/>
                  </a:lnTo>
                  <a:cubicBezTo>
                    <a:pt x="2026" y="17990"/>
                    <a:pt x="2933" y="19108"/>
                    <a:pt x="4051" y="19108"/>
                  </a:cubicBezTo>
                  <a:lnTo>
                    <a:pt x="4820" y="19108"/>
                  </a:lnTo>
                  <a:cubicBezTo>
                    <a:pt x="5122" y="20537"/>
                    <a:pt x="6170" y="21600"/>
                    <a:pt x="7425" y="21600"/>
                  </a:cubicBezTo>
                  <a:cubicBezTo>
                    <a:pt x="8679" y="21600"/>
                    <a:pt x="9727" y="20537"/>
                    <a:pt x="10029" y="19108"/>
                  </a:cubicBezTo>
                  <a:lnTo>
                    <a:pt x="13595" y="19108"/>
                  </a:lnTo>
                  <a:cubicBezTo>
                    <a:pt x="13897" y="20537"/>
                    <a:pt x="14945" y="21600"/>
                    <a:pt x="16200" y="21600"/>
                  </a:cubicBezTo>
                  <a:cubicBezTo>
                    <a:pt x="17454" y="21600"/>
                    <a:pt x="18502" y="20537"/>
                    <a:pt x="18804" y="19108"/>
                  </a:cubicBezTo>
                  <a:lnTo>
                    <a:pt x="19575" y="19108"/>
                  </a:lnTo>
                  <a:cubicBezTo>
                    <a:pt x="20692" y="19108"/>
                    <a:pt x="21600" y="17990"/>
                    <a:pt x="21600" y="16615"/>
                  </a:cubicBezTo>
                  <a:lnTo>
                    <a:pt x="21600" y="11631"/>
                  </a:lnTo>
                  <a:cubicBezTo>
                    <a:pt x="21600" y="11137"/>
                    <a:pt x="21483" y="10659"/>
                    <a:pt x="21260" y="10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</p:grpSp>
      <p:sp>
        <p:nvSpPr>
          <p:cNvPr id="11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32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TE DEL PROY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A695D07-0FCC-4BB8-BB01-B0B399C5F4AC}"/>
              </a:ext>
            </a:extLst>
          </p:cNvPr>
          <p:cNvSpPr/>
          <p:nvPr userDrawn="1"/>
        </p:nvSpPr>
        <p:spPr>
          <a:xfrm>
            <a:off x="0" y="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s-ES" kern="0">
              <a:solidFill>
                <a:prstClr val="white"/>
              </a:solidFill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D152E66-BEBD-456C-B2DA-A7CCDA367262}"/>
              </a:ext>
            </a:extLst>
          </p:cNvPr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98CE925-9570-451C-B886-4081E0AF8D71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7E4C5363-E7BF-46ED-809C-350EE7B9742E}"/>
              </a:ext>
            </a:extLst>
          </p:cNvPr>
          <p:cNvGrpSpPr/>
          <p:nvPr userDrawn="1"/>
        </p:nvGrpSpPr>
        <p:grpSpPr>
          <a:xfrm>
            <a:off x="302610" y="271849"/>
            <a:ext cx="478425" cy="478646"/>
            <a:chOff x="6022823" y="2893328"/>
            <a:chExt cx="316578" cy="316724"/>
          </a:xfrm>
          <a:solidFill>
            <a:schemeClr val="accent1"/>
          </a:solidFill>
        </p:grpSpPr>
        <p:sp>
          <p:nvSpPr>
            <p:cNvPr id="70" name="AutoShape 50">
              <a:extLst>
                <a:ext uri="{FF2B5EF4-FFF2-40B4-BE49-F238E27FC236}">
                  <a16:creationId xmlns:a16="http://schemas.microsoft.com/office/drawing/2014/main" id="{EFF714E3-F270-433B-ACC4-DE8B83B73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23" y="2893328"/>
              <a:ext cx="316578" cy="316724"/>
            </a:xfrm>
            <a:custGeom>
              <a:avLst/>
              <a:gdLst/>
              <a:ahLst/>
              <a:cxnLst/>
              <a:rect l="0" t="0" r="r" b="b"/>
              <a:pathLst>
                <a:path w="21426" h="21453">
                  <a:moveTo>
                    <a:pt x="8035" y="20113"/>
                  </a:moveTo>
                  <a:cubicBezTo>
                    <a:pt x="5817" y="17892"/>
                    <a:pt x="3557" y="15628"/>
                    <a:pt x="1338" y="13409"/>
                  </a:cubicBezTo>
                  <a:cubicBezTo>
                    <a:pt x="3241" y="7240"/>
                    <a:pt x="11489" y="7510"/>
                    <a:pt x="13391" y="1341"/>
                  </a:cubicBezTo>
                  <a:cubicBezTo>
                    <a:pt x="15609" y="3561"/>
                    <a:pt x="17870" y="5825"/>
                    <a:pt x="20088" y="8045"/>
                  </a:cubicBezTo>
                  <a:cubicBezTo>
                    <a:pt x="18185" y="14213"/>
                    <a:pt x="9937" y="13944"/>
                    <a:pt x="8035" y="20113"/>
                  </a:cubicBezTo>
                  <a:moveTo>
                    <a:pt x="21034" y="7097"/>
                  </a:moveTo>
                  <a:lnTo>
                    <a:pt x="14339" y="393"/>
                  </a:lnTo>
                  <a:cubicBezTo>
                    <a:pt x="14006" y="61"/>
                    <a:pt x="13525" y="-73"/>
                    <a:pt x="13070" y="40"/>
                  </a:cubicBezTo>
                  <a:cubicBezTo>
                    <a:pt x="12829" y="99"/>
                    <a:pt x="12614" y="223"/>
                    <a:pt x="12444" y="393"/>
                  </a:cubicBezTo>
                  <a:cubicBezTo>
                    <a:pt x="12292" y="546"/>
                    <a:pt x="12178" y="734"/>
                    <a:pt x="12112" y="944"/>
                  </a:cubicBezTo>
                  <a:cubicBezTo>
                    <a:pt x="11808" y="1929"/>
                    <a:pt x="11284" y="2785"/>
                    <a:pt x="10508" y="3563"/>
                  </a:cubicBezTo>
                  <a:cubicBezTo>
                    <a:pt x="9472" y="4599"/>
                    <a:pt x="8122" y="5385"/>
                    <a:pt x="6693" y="6215"/>
                  </a:cubicBezTo>
                  <a:cubicBezTo>
                    <a:pt x="5177" y="7095"/>
                    <a:pt x="3612" y="8006"/>
                    <a:pt x="2328" y="9291"/>
                  </a:cubicBezTo>
                  <a:cubicBezTo>
                    <a:pt x="1237" y="10384"/>
                    <a:pt x="494" y="11600"/>
                    <a:pt x="59" y="13012"/>
                  </a:cubicBezTo>
                  <a:cubicBezTo>
                    <a:pt x="-87" y="13489"/>
                    <a:pt x="41" y="14004"/>
                    <a:pt x="392" y="14357"/>
                  </a:cubicBezTo>
                  <a:lnTo>
                    <a:pt x="7087" y="21061"/>
                  </a:lnTo>
                  <a:cubicBezTo>
                    <a:pt x="7420" y="21393"/>
                    <a:pt x="7901" y="21527"/>
                    <a:pt x="8356" y="21414"/>
                  </a:cubicBezTo>
                  <a:cubicBezTo>
                    <a:pt x="8597" y="21354"/>
                    <a:pt x="8812" y="21231"/>
                    <a:pt x="8982" y="21061"/>
                  </a:cubicBezTo>
                  <a:cubicBezTo>
                    <a:pt x="9134" y="20909"/>
                    <a:pt x="9248" y="20720"/>
                    <a:pt x="9314" y="20508"/>
                  </a:cubicBezTo>
                  <a:cubicBezTo>
                    <a:pt x="9618" y="19524"/>
                    <a:pt x="10142" y="18667"/>
                    <a:pt x="10919" y="17891"/>
                  </a:cubicBezTo>
                  <a:cubicBezTo>
                    <a:pt x="11955" y="16854"/>
                    <a:pt x="13304" y="16069"/>
                    <a:pt x="14733" y="15239"/>
                  </a:cubicBezTo>
                  <a:cubicBezTo>
                    <a:pt x="16249" y="14358"/>
                    <a:pt x="17814" y="13447"/>
                    <a:pt x="19098" y="12162"/>
                  </a:cubicBezTo>
                  <a:cubicBezTo>
                    <a:pt x="20189" y="11070"/>
                    <a:pt x="20932" y="9852"/>
                    <a:pt x="21367" y="8441"/>
                  </a:cubicBezTo>
                  <a:cubicBezTo>
                    <a:pt x="21513" y="7965"/>
                    <a:pt x="21385" y="7448"/>
                    <a:pt x="21034" y="709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71" name="AutoShape 51">
              <a:extLst>
                <a:ext uri="{FF2B5EF4-FFF2-40B4-BE49-F238E27FC236}">
                  <a16:creationId xmlns:a16="http://schemas.microsoft.com/office/drawing/2014/main" id="{68CAD903-D45C-471A-87C4-BDC1A7007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163" y="3001919"/>
              <a:ext cx="85928" cy="88984"/>
            </a:xfrm>
            <a:custGeom>
              <a:avLst/>
              <a:gdLst/>
              <a:ahLst/>
              <a:cxnLst/>
              <a:rect l="0" t="0" r="r" b="b"/>
              <a:pathLst>
                <a:path w="21484" h="21516">
                  <a:moveTo>
                    <a:pt x="17511" y="14987"/>
                  </a:moveTo>
                  <a:cubicBezTo>
                    <a:pt x="17288" y="15385"/>
                    <a:pt x="17032" y="15740"/>
                    <a:pt x="16731" y="16049"/>
                  </a:cubicBezTo>
                  <a:cubicBezTo>
                    <a:pt x="15341" y="14693"/>
                    <a:pt x="13948" y="13205"/>
                    <a:pt x="12560" y="11676"/>
                  </a:cubicBezTo>
                  <a:cubicBezTo>
                    <a:pt x="12912" y="11521"/>
                    <a:pt x="13287" y="11362"/>
                    <a:pt x="13690" y="11199"/>
                  </a:cubicBezTo>
                  <a:cubicBezTo>
                    <a:pt x="14092" y="11035"/>
                    <a:pt x="14495" y="10927"/>
                    <a:pt x="14896" y="10862"/>
                  </a:cubicBezTo>
                  <a:cubicBezTo>
                    <a:pt x="15308" y="10801"/>
                    <a:pt x="15715" y="10820"/>
                    <a:pt x="16123" y="10913"/>
                  </a:cubicBezTo>
                  <a:cubicBezTo>
                    <a:pt x="16528" y="11012"/>
                    <a:pt x="16910" y="11222"/>
                    <a:pt x="17262" y="11554"/>
                  </a:cubicBezTo>
                  <a:cubicBezTo>
                    <a:pt x="17613" y="11891"/>
                    <a:pt x="17836" y="12244"/>
                    <a:pt x="17923" y="12621"/>
                  </a:cubicBezTo>
                  <a:cubicBezTo>
                    <a:pt x="18020" y="13004"/>
                    <a:pt x="18025" y="13392"/>
                    <a:pt x="17958" y="13790"/>
                  </a:cubicBezTo>
                  <a:cubicBezTo>
                    <a:pt x="17883" y="14187"/>
                    <a:pt x="17739" y="14585"/>
                    <a:pt x="17511" y="14987"/>
                  </a:cubicBezTo>
                  <a:moveTo>
                    <a:pt x="5799" y="10193"/>
                  </a:moveTo>
                  <a:cubicBezTo>
                    <a:pt x="5096" y="10221"/>
                    <a:pt x="4483" y="9997"/>
                    <a:pt x="3947" y="9496"/>
                  </a:cubicBezTo>
                  <a:cubicBezTo>
                    <a:pt x="3718" y="9286"/>
                    <a:pt x="3559" y="9028"/>
                    <a:pt x="3462" y="8724"/>
                  </a:cubicBezTo>
                  <a:cubicBezTo>
                    <a:pt x="3360" y="8420"/>
                    <a:pt x="3326" y="8088"/>
                    <a:pt x="3366" y="7723"/>
                  </a:cubicBezTo>
                  <a:cubicBezTo>
                    <a:pt x="3398" y="7363"/>
                    <a:pt x="3509" y="6989"/>
                    <a:pt x="3703" y="6610"/>
                  </a:cubicBezTo>
                  <a:cubicBezTo>
                    <a:pt x="3890" y="6231"/>
                    <a:pt x="4160" y="5852"/>
                    <a:pt x="4511" y="5488"/>
                  </a:cubicBezTo>
                  <a:cubicBezTo>
                    <a:pt x="5769" y="6694"/>
                    <a:pt x="7023" y="8018"/>
                    <a:pt x="8282" y="9389"/>
                  </a:cubicBezTo>
                  <a:cubicBezTo>
                    <a:pt x="7331" y="9894"/>
                    <a:pt x="6501" y="10165"/>
                    <a:pt x="5799" y="10193"/>
                  </a:cubicBezTo>
                  <a:moveTo>
                    <a:pt x="19679" y="8570"/>
                  </a:moveTo>
                  <a:cubicBezTo>
                    <a:pt x="18869" y="7915"/>
                    <a:pt x="18055" y="7471"/>
                    <a:pt x="17236" y="7251"/>
                  </a:cubicBezTo>
                  <a:cubicBezTo>
                    <a:pt x="16421" y="7031"/>
                    <a:pt x="15604" y="6942"/>
                    <a:pt x="14779" y="6998"/>
                  </a:cubicBezTo>
                  <a:cubicBezTo>
                    <a:pt x="13965" y="7059"/>
                    <a:pt x="13131" y="7237"/>
                    <a:pt x="12296" y="7546"/>
                  </a:cubicBezTo>
                  <a:cubicBezTo>
                    <a:pt x="11462" y="7859"/>
                    <a:pt x="10626" y="8200"/>
                    <a:pt x="9782" y="8593"/>
                  </a:cubicBezTo>
                  <a:cubicBezTo>
                    <a:pt x="8448" y="7115"/>
                    <a:pt x="7115" y="5658"/>
                    <a:pt x="5779" y="4300"/>
                  </a:cubicBezTo>
                  <a:cubicBezTo>
                    <a:pt x="6382" y="3776"/>
                    <a:pt x="6963" y="3509"/>
                    <a:pt x="7527" y="3490"/>
                  </a:cubicBezTo>
                  <a:cubicBezTo>
                    <a:pt x="8088" y="3467"/>
                    <a:pt x="8631" y="3523"/>
                    <a:pt x="9145" y="3649"/>
                  </a:cubicBezTo>
                  <a:cubicBezTo>
                    <a:pt x="9669" y="3776"/>
                    <a:pt x="10149" y="3883"/>
                    <a:pt x="10591" y="3967"/>
                  </a:cubicBezTo>
                  <a:cubicBezTo>
                    <a:pt x="11038" y="4052"/>
                    <a:pt x="11425" y="3958"/>
                    <a:pt x="11765" y="3682"/>
                  </a:cubicBezTo>
                  <a:cubicBezTo>
                    <a:pt x="12123" y="3383"/>
                    <a:pt x="12322" y="2995"/>
                    <a:pt x="12351" y="2527"/>
                  </a:cubicBezTo>
                  <a:cubicBezTo>
                    <a:pt x="12377" y="2054"/>
                    <a:pt x="12190" y="1596"/>
                    <a:pt x="11782" y="1147"/>
                  </a:cubicBezTo>
                  <a:cubicBezTo>
                    <a:pt x="11259" y="569"/>
                    <a:pt x="10631" y="216"/>
                    <a:pt x="9873" y="85"/>
                  </a:cubicBezTo>
                  <a:cubicBezTo>
                    <a:pt x="9126" y="-41"/>
                    <a:pt x="8359" y="-29"/>
                    <a:pt x="7565" y="137"/>
                  </a:cubicBezTo>
                  <a:cubicBezTo>
                    <a:pt x="6780" y="310"/>
                    <a:pt x="6032" y="595"/>
                    <a:pt x="5324" y="997"/>
                  </a:cubicBezTo>
                  <a:cubicBezTo>
                    <a:pt x="4617" y="1400"/>
                    <a:pt x="4049" y="1811"/>
                    <a:pt x="3627" y="2213"/>
                  </a:cubicBezTo>
                  <a:cubicBezTo>
                    <a:pt x="3464" y="2066"/>
                    <a:pt x="3303" y="1919"/>
                    <a:pt x="3142" y="1774"/>
                  </a:cubicBezTo>
                  <a:cubicBezTo>
                    <a:pt x="2963" y="1615"/>
                    <a:pt x="2739" y="1531"/>
                    <a:pt x="2471" y="1535"/>
                  </a:cubicBezTo>
                  <a:cubicBezTo>
                    <a:pt x="2201" y="1535"/>
                    <a:pt x="1978" y="1648"/>
                    <a:pt x="1794" y="1853"/>
                  </a:cubicBezTo>
                  <a:cubicBezTo>
                    <a:pt x="1615" y="2054"/>
                    <a:pt x="1530" y="2288"/>
                    <a:pt x="1566" y="2536"/>
                  </a:cubicBezTo>
                  <a:cubicBezTo>
                    <a:pt x="1590" y="2793"/>
                    <a:pt x="1697" y="2990"/>
                    <a:pt x="1881" y="3140"/>
                  </a:cubicBezTo>
                  <a:cubicBezTo>
                    <a:pt x="2045" y="3271"/>
                    <a:pt x="2203" y="3402"/>
                    <a:pt x="2365" y="3537"/>
                  </a:cubicBezTo>
                  <a:cubicBezTo>
                    <a:pt x="1732" y="4276"/>
                    <a:pt x="1208" y="5095"/>
                    <a:pt x="796" y="5958"/>
                  </a:cubicBezTo>
                  <a:cubicBezTo>
                    <a:pt x="379" y="6821"/>
                    <a:pt x="130" y="7677"/>
                    <a:pt x="38" y="8509"/>
                  </a:cubicBezTo>
                  <a:cubicBezTo>
                    <a:pt x="-59" y="9346"/>
                    <a:pt x="33" y="10114"/>
                    <a:pt x="299" y="10824"/>
                  </a:cubicBezTo>
                  <a:cubicBezTo>
                    <a:pt x="567" y="11540"/>
                    <a:pt x="1056" y="12148"/>
                    <a:pt x="1774" y="12723"/>
                  </a:cubicBezTo>
                  <a:cubicBezTo>
                    <a:pt x="2943" y="13659"/>
                    <a:pt x="4321" y="14057"/>
                    <a:pt x="5916" y="13968"/>
                  </a:cubicBezTo>
                  <a:cubicBezTo>
                    <a:pt x="7508" y="13874"/>
                    <a:pt x="9223" y="13416"/>
                    <a:pt x="11065" y="12462"/>
                  </a:cubicBezTo>
                  <a:cubicBezTo>
                    <a:pt x="12533" y="14094"/>
                    <a:pt x="14002" y="15717"/>
                    <a:pt x="15471" y="17223"/>
                  </a:cubicBezTo>
                  <a:cubicBezTo>
                    <a:pt x="14850" y="17728"/>
                    <a:pt x="14305" y="18018"/>
                    <a:pt x="13827" y="18112"/>
                  </a:cubicBezTo>
                  <a:cubicBezTo>
                    <a:pt x="13344" y="18210"/>
                    <a:pt x="12917" y="18201"/>
                    <a:pt x="12530" y="18088"/>
                  </a:cubicBezTo>
                  <a:cubicBezTo>
                    <a:pt x="12143" y="17971"/>
                    <a:pt x="11782" y="17803"/>
                    <a:pt x="11455" y="17588"/>
                  </a:cubicBezTo>
                  <a:cubicBezTo>
                    <a:pt x="11125" y="17368"/>
                    <a:pt x="10799" y="17181"/>
                    <a:pt x="10474" y="17027"/>
                  </a:cubicBezTo>
                  <a:cubicBezTo>
                    <a:pt x="10154" y="16872"/>
                    <a:pt x="9823" y="16788"/>
                    <a:pt x="9486" y="16783"/>
                  </a:cubicBezTo>
                  <a:cubicBezTo>
                    <a:pt x="9145" y="16779"/>
                    <a:pt x="8785" y="16938"/>
                    <a:pt x="8389" y="17265"/>
                  </a:cubicBezTo>
                  <a:cubicBezTo>
                    <a:pt x="7982" y="17607"/>
                    <a:pt x="7778" y="18004"/>
                    <a:pt x="7778" y="18453"/>
                  </a:cubicBezTo>
                  <a:cubicBezTo>
                    <a:pt x="7778" y="18898"/>
                    <a:pt x="7991" y="19351"/>
                    <a:pt x="8408" y="19810"/>
                  </a:cubicBezTo>
                  <a:cubicBezTo>
                    <a:pt x="8830" y="20268"/>
                    <a:pt x="9379" y="20652"/>
                    <a:pt x="10043" y="20956"/>
                  </a:cubicBezTo>
                  <a:cubicBezTo>
                    <a:pt x="10708" y="21260"/>
                    <a:pt x="11455" y="21451"/>
                    <a:pt x="12280" y="21503"/>
                  </a:cubicBezTo>
                  <a:cubicBezTo>
                    <a:pt x="13104" y="21559"/>
                    <a:pt x="13971" y="21437"/>
                    <a:pt x="14886" y="21110"/>
                  </a:cubicBezTo>
                  <a:cubicBezTo>
                    <a:pt x="15808" y="20787"/>
                    <a:pt x="16722" y="20203"/>
                    <a:pt x="17618" y="19333"/>
                  </a:cubicBezTo>
                  <a:cubicBezTo>
                    <a:pt x="18052" y="19740"/>
                    <a:pt x="18489" y="20128"/>
                    <a:pt x="18921" y="20502"/>
                  </a:cubicBezTo>
                  <a:cubicBezTo>
                    <a:pt x="19108" y="20656"/>
                    <a:pt x="19328" y="20731"/>
                    <a:pt x="19601" y="20712"/>
                  </a:cubicBezTo>
                  <a:cubicBezTo>
                    <a:pt x="19862" y="20703"/>
                    <a:pt x="20091" y="20586"/>
                    <a:pt x="20269" y="20376"/>
                  </a:cubicBezTo>
                  <a:cubicBezTo>
                    <a:pt x="20456" y="20160"/>
                    <a:pt x="20532" y="19922"/>
                    <a:pt x="20503" y="19674"/>
                  </a:cubicBezTo>
                  <a:cubicBezTo>
                    <a:pt x="20478" y="19421"/>
                    <a:pt x="20371" y="19230"/>
                    <a:pt x="20193" y="19089"/>
                  </a:cubicBezTo>
                  <a:cubicBezTo>
                    <a:pt x="19755" y="18753"/>
                    <a:pt x="19321" y="18397"/>
                    <a:pt x="18885" y="18023"/>
                  </a:cubicBezTo>
                  <a:cubicBezTo>
                    <a:pt x="19627" y="17144"/>
                    <a:pt x="20222" y="16217"/>
                    <a:pt x="20664" y="15301"/>
                  </a:cubicBezTo>
                  <a:cubicBezTo>
                    <a:pt x="21103" y="14379"/>
                    <a:pt x="21368" y="13491"/>
                    <a:pt x="21454" y="12667"/>
                  </a:cubicBezTo>
                  <a:cubicBezTo>
                    <a:pt x="21541" y="11839"/>
                    <a:pt x="21439" y="11091"/>
                    <a:pt x="21159" y="10413"/>
                  </a:cubicBezTo>
                  <a:cubicBezTo>
                    <a:pt x="20880" y="9725"/>
                    <a:pt x="20387" y="9136"/>
                    <a:pt x="19679" y="85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72" name="AutoShape 52">
              <a:extLst>
                <a:ext uri="{FF2B5EF4-FFF2-40B4-BE49-F238E27FC236}">
                  <a16:creationId xmlns:a16="http://schemas.microsoft.com/office/drawing/2014/main" id="{28AF38C0-33F2-4BF4-9400-84495CA3F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1364" y="3111265"/>
              <a:ext cx="48241" cy="49771"/>
            </a:xfrm>
            <a:custGeom>
              <a:avLst/>
              <a:gdLst/>
              <a:ahLst/>
              <a:cxnLst/>
              <a:rect l="0" t="0" r="r" b="b"/>
              <a:pathLst>
                <a:path w="21188" h="21203">
                  <a:moveTo>
                    <a:pt x="17615" y="468"/>
                  </a:moveTo>
                  <a:lnTo>
                    <a:pt x="17607" y="468"/>
                  </a:lnTo>
                  <a:cubicBezTo>
                    <a:pt x="14871" y="2476"/>
                    <a:pt x="12201" y="4591"/>
                    <a:pt x="9728" y="6958"/>
                  </a:cubicBezTo>
                  <a:cubicBezTo>
                    <a:pt x="7349" y="9227"/>
                    <a:pt x="5200" y="11619"/>
                    <a:pt x="3330" y="14060"/>
                  </a:cubicBezTo>
                  <a:lnTo>
                    <a:pt x="342" y="17962"/>
                  </a:lnTo>
                  <a:lnTo>
                    <a:pt x="350" y="17970"/>
                  </a:lnTo>
                  <a:cubicBezTo>
                    <a:pt x="-197" y="18787"/>
                    <a:pt x="-105" y="19880"/>
                    <a:pt x="639" y="20591"/>
                  </a:cubicBezTo>
                  <a:cubicBezTo>
                    <a:pt x="1492" y="21407"/>
                    <a:pt x="2890" y="21407"/>
                    <a:pt x="3747" y="20591"/>
                  </a:cubicBezTo>
                  <a:cubicBezTo>
                    <a:pt x="3877" y="20460"/>
                    <a:pt x="3984" y="20321"/>
                    <a:pt x="4070" y="20174"/>
                  </a:cubicBezTo>
                  <a:lnTo>
                    <a:pt x="6868" y="16517"/>
                  </a:lnTo>
                  <a:cubicBezTo>
                    <a:pt x="8601" y="14256"/>
                    <a:pt x="10606" y="12027"/>
                    <a:pt x="12825" y="9913"/>
                  </a:cubicBezTo>
                  <a:cubicBezTo>
                    <a:pt x="15281" y="7570"/>
                    <a:pt x="17558" y="5758"/>
                    <a:pt x="20330" y="3750"/>
                  </a:cubicBezTo>
                  <a:lnTo>
                    <a:pt x="20321" y="3742"/>
                  </a:lnTo>
                  <a:cubicBezTo>
                    <a:pt x="20400" y="3685"/>
                    <a:pt x="20473" y="3636"/>
                    <a:pt x="20544" y="3570"/>
                  </a:cubicBezTo>
                  <a:cubicBezTo>
                    <a:pt x="21403" y="2754"/>
                    <a:pt x="21403" y="1427"/>
                    <a:pt x="20544" y="607"/>
                  </a:cubicBezTo>
                  <a:cubicBezTo>
                    <a:pt x="19742" y="-160"/>
                    <a:pt x="18472" y="-193"/>
                    <a:pt x="17615" y="46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  <p:sp>
          <p:nvSpPr>
            <p:cNvPr id="73" name="AutoShape 53">
              <a:extLst>
                <a:ext uri="{FF2B5EF4-FFF2-40B4-BE49-F238E27FC236}">
                  <a16:creationId xmlns:a16="http://schemas.microsoft.com/office/drawing/2014/main" id="{59F06DED-2AF8-41D5-A473-FD1F63EBC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1112" y="2943099"/>
              <a:ext cx="48241" cy="50525"/>
            </a:xfrm>
            <a:custGeom>
              <a:avLst/>
              <a:gdLst/>
              <a:ahLst/>
              <a:cxnLst/>
              <a:rect l="0" t="0" r="r" b="b"/>
              <a:pathLst>
                <a:path w="21180" h="21196">
                  <a:moveTo>
                    <a:pt x="8372" y="11356"/>
                  </a:moveTo>
                  <a:cubicBezTo>
                    <a:pt x="6123" y="13509"/>
                    <a:pt x="3676" y="15445"/>
                    <a:pt x="1144" y="17292"/>
                  </a:cubicBezTo>
                  <a:cubicBezTo>
                    <a:pt x="963" y="17389"/>
                    <a:pt x="787" y="17493"/>
                    <a:pt x="637" y="17646"/>
                  </a:cubicBezTo>
                  <a:cubicBezTo>
                    <a:pt x="-213" y="18457"/>
                    <a:pt x="-213" y="19774"/>
                    <a:pt x="637" y="20586"/>
                  </a:cubicBezTo>
                  <a:cubicBezTo>
                    <a:pt x="1464" y="21381"/>
                    <a:pt x="2796" y="21397"/>
                    <a:pt x="3652" y="20642"/>
                  </a:cubicBezTo>
                  <a:lnTo>
                    <a:pt x="3665" y="20650"/>
                  </a:lnTo>
                  <a:cubicBezTo>
                    <a:pt x="6365" y="18674"/>
                    <a:pt x="8989" y="16581"/>
                    <a:pt x="11419" y="14264"/>
                  </a:cubicBezTo>
                  <a:cubicBezTo>
                    <a:pt x="13759" y="12031"/>
                    <a:pt x="15874" y="9685"/>
                    <a:pt x="17715" y="7284"/>
                  </a:cubicBezTo>
                  <a:lnTo>
                    <a:pt x="20663" y="3428"/>
                  </a:lnTo>
                  <a:lnTo>
                    <a:pt x="20655" y="3420"/>
                  </a:lnTo>
                  <a:cubicBezTo>
                    <a:pt x="21387" y="2600"/>
                    <a:pt x="21358" y="1379"/>
                    <a:pt x="20541" y="608"/>
                  </a:cubicBezTo>
                  <a:cubicBezTo>
                    <a:pt x="19697" y="-203"/>
                    <a:pt x="18323" y="-203"/>
                    <a:pt x="17469" y="608"/>
                  </a:cubicBezTo>
                  <a:cubicBezTo>
                    <a:pt x="17313" y="761"/>
                    <a:pt x="17197" y="938"/>
                    <a:pt x="17094" y="1114"/>
                  </a:cubicBezTo>
                  <a:lnTo>
                    <a:pt x="14228" y="4858"/>
                  </a:lnTo>
                  <a:cubicBezTo>
                    <a:pt x="12526" y="7091"/>
                    <a:pt x="10552" y="9276"/>
                    <a:pt x="8372" y="1135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id-ID" sz="675">
                <a:solidFill>
                  <a:prstClr val="black"/>
                </a:solidFill>
              </a:endParaRPr>
            </a:p>
          </p:txBody>
        </p:sp>
      </p:grpSp>
      <p:pic>
        <p:nvPicPr>
          <p:cNvPr id="74" name="Imagen 73">
            <a:extLst>
              <a:ext uri="{FF2B5EF4-FFF2-40B4-BE49-F238E27FC236}">
                <a16:creationId xmlns:a16="http://schemas.microsoft.com/office/drawing/2014/main" id="{90DE46B5-1177-48F2-ABC6-13CA7E5D8D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5224"/>
          <a:stretch/>
        </p:blipFill>
        <p:spPr>
          <a:xfrm>
            <a:off x="10130400" y="1688400"/>
            <a:ext cx="2047086" cy="3706689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27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EAS ÚLTIMA SEM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505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Elipse 15"/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Shape 160"/>
          <p:cNvSpPr/>
          <p:nvPr userDrawn="1"/>
        </p:nvSpPr>
        <p:spPr>
          <a:xfrm rot="10800000">
            <a:off x="359345" y="352373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8" name="Shape 160"/>
          <p:cNvSpPr/>
          <p:nvPr userDrawn="1"/>
        </p:nvSpPr>
        <p:spPr>
          <a:xfrm>
            <a:off x="370029" y="354225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4" name="Shape 160"/>
          <p:cNvSpPr/>
          <p:nvPr userDrawn="1"/>
        </p:nvSpPr>
        <p:spPr>
          <a:xfrm rot="10800000">
            <a:off x="11521496" y="1752600"/>
            <a:ext cx="672715" cy="3911600"/>
          </a:xfrm>
          <a:custGeom>
            <a:avLst/>
            <a:gdLst>
              <a:gd name="connsiteX0" fmla="*/ 22028 w 22038"/>
              <a:gd name="connsiteY0" fmla="*/ 10446 h 20567"/>
              <a:gd name="connsiteX1" fmla="*/ 22004 w 22038"/>
              <a:gd name="connsiteY1" fmla="*/ 10632 h 20567"/>
              <a:gd name="connsiteX2" fmla="*/ 21833 w 22038"/>
              <a:gd name="connsiteY2" fmla="*/ 11091 h 20567"/>
              <a:gd name="connsiteX3" fmla="*/ 21780 w 22038"/>
              <a:gd name="connsiteY3" fmla="*/ 11234 h 20567"/>
              <a:gd name="connsiteX4" fmla="*/ 21720 w 22038"/>
              <a:gd name="connsiteY4" fmla="*/ 11290 h 20567"/>
              <a:gd name="connsiteX5" fmla="*/ 15191 w 22038"/>
              <a:gd name="connsiteY5" fmla="*/ 20567 h 20567"/>
              <a:gd name="connsiteX6" fmla="*/ 13873 w 22038"/>
              <a:gd name="connsiteY6" fmla="*/ 20567 h 20567"/>
              <a:gd name="connsiteX7" fmla="*/ 13873 w 22038"/>
              <a:gd name="connsiteY7" fmla="*/ 18694 h 20567"/>
              <a:gd name="connsiteX8" fmla="*/ 18855 w 22038"/>
              <a:gd name="connsiteY8" fmla="*/ 11617 h 20567"/>
              <a:gd name="connsiteX9" fmla="*/ 9088 w 22038"/>
              <a:gd name="connsiteY9" fmla="*/ 11617 h 20567"/>
              <a:gd name="connsiteX10" fmla="*/ 467 w 22038"/>
              <a:gd name="connsiteY10" fmla="*/ 10283 h 20567"/>
              <a:gd name="connsiteX11" fmla="*/ 1405 w 22038"/>
              <a:gd name="connsiteY11" fmla="*/ 8950 h 20567"/>
              <a:gd name="connsiteX12" fmla="*/ 18855 w 22038"/>
              <a:gd name="connsiteY12" fmla="*/ 8950 h 20567"/>
              <a:gd name="connsiteX13" fmla="*/ 13873 w 22038"/>
              <a:gd name="connsiteY13" fmla="*/ 1872 h 20567"/>
              <a:gd name="connsiteX14" fmla="*/ 13873 w 22038"/>
              <a:gd name="connsiteY14" fmla="*/ 0 h 20567"/>
              <a:gd name="connsiteX15" fmla="*/ 15191 w 22038"/>
              <a:gd name="connsiteY15" fmla="*/ 0 h 20567"/>
              <a:gd name="connsiteX16" fmla="*/ 21718 w 22038"/>
              <a:gd name="connsiteY16" fmla="*/ 9274 h 20567"/>
              <a:gd name="connsiteX17" fmla="*/ 21780 w 22038"/>
              <a:gd name="connsiteY17" fmla="*/ 9332 h 20567"/>
              <a:gd name="connsiteX18" fmla="*/ 22028 w 22038"/>
              <a:gd name="connsiteY18" fmla="*/ 10446 h 20567"/>
              <a:gd name="connsiteX0" fmla="*/ 21561 w 21571"/>
              <a:gd name="connsiteY0" fmla="*/ 10446 h 20567"/>
              <a:gd name="connsiteX1" fmla="*/ 21537 w 21571"/>
              <a:gd name="connsiteY1" fmla="*/ 10632 h 20567"/>
              <a:gd name="connsiteX2" fmla="*/ 21366 w 21571"/>
              <a:gd name="connsiteY2" fmla="*/ 11091 h 20567"/>
              <a:gd name="connsiteX3" fmla="*/ 21313 w 21571"/>
              <a:gd name="connsiteY3" fmla="*/ 11234 h 20567"/>
              <a:gd name="connsiteX4" fmla="*/ 21253 w 21571"/>
              <a:gd name="connsiteY4" fmla="*/ 11290 h 20567"/>
              <a:gd name="connsiteX5" fmla="*/ 14724 w 21571"/>
              <a:gd name="connsiteY5" fmla="*/ 20567 h 20567"/>
              <a:gd name="connsiteX6" fmla="*/ 13406 w 21571"/>
              <a:gd name="connsiteY6" fmla="*/ 20567 h 20567"/>
              <a:gd name="connsiteX7" fmla="*/ 13406 w 21571"/>
              <a:gd name="connsiteY7" fmla="*/ 18694 h 20567"/>
              <a:gd name="connsiteX8" fmla="*/ 18388 w 21571"/>
              <a:gd name="connsiteY8" fmla="*/ 11617 h 20567"/>
              <a:gd name="connsiteX9" fmla="*/ 8621 w 21571"/>
              <a:gd name="connsiteY9" fmla="*/ 11617 h 20567"/>
              <a:gd name="connsiteX10" fmla="*/ 0 w 21571"/>
              <a:gd name="connsiteY10" fmla="*/ 10283 h 20567"/>
              <a:gd name="connsiteX11" fmla="*/ 8621 w 21571"/>
              <a:gd name="connsiteY11" fmla="*/ 8950 h 20567"/>
              <a:gd name="connsiteX12" fmla="*/ 18388 w 21571"/>
              <a:gd name="connsiteY12" fmla="*/ 8950 h 20567"/>
              <a:gd name="connsiteX13" fmla="*/ 13406 w 21571"/>
              <a:gd name="connsiteY13" fmla="*/ 1872 h 20567"/>
              <a:gd name="connsiteX14" fmla="*/ 13406 w 21571"/>
              <a:gd name="connsiteY14" fmla="*/ 0 h 20567"/>
              <a:gd name="connsiteX15" fmla="*/ 14724 w 21571"/>
              <a:gd name="connsiteY15" fmla="*/ 0 h 20567"/>
              <a:gd name="connsiteX16" fmla="*/ 21251 w 21571"/>
              <a:gd name="connsiteY16" fmla="*/ 9274 h 20567"/>
              <a:gd name="connsiteX17" fmla="*/ 21313 w 21571"/>
              <a:gd name="connsiteY17" fmla="*/ 9332 h 20567"/>
              <a:gd name="connsiteX18" fmla="*/ 21561 w 21571"/>
              <a:gd name="connsiteY18" fmla="*/ 10446 h 20567"/>
              <a:gd name="connsiteX0" fmla="*/ 13240 w 13250"/>
              <a:gd name="connsiteY0" fmla="*/ 10446 h 20567"/>
              <a:gd name="connsiteX1" fmla="*/ 13216 w 13250"/>
              <a:gd name="connsiteY1" fmla="*/ 10632 h 20567"/>
              <a:gd name="connsiteX2" fmla="*/ 13045 w 13250"/>
              <a:gd name="connsiteY2" fmla="*/ 11091 h 20567"/>
              <a:gd name="connsiteX3" fmla="*/ 12992 w 13250"/>
              <a:gd name="connsiteY3" fmla="*/ 11234 h 20567"/>
              <a:gd name="connsiteX4" fmla="*/ 12932 w 13250"/>
              <a:gd name="connsiteY4" fmla="*/ 11290 h 20567"/>
              <a:gd name="connsiteX5" fmla="*/ 6403 w 13250"/>
              <a:gd name="connsiteY5" fmla="*/ 20567 h 20567"/>
              <a:gd name="connsiteX6" fmla="*/ 5085 w 13250"/>
              <a:gd name="connsiteY6" fmla="*/ 20567 h 20567"/>
              <a:gd name="connsiteX7" fmla="*/ 5085 w 13250"/>
              <a:gd name="connsiteY7" fmla="*/ 18694 h 20567"/>
              <a:gd name="connsiteX8" fmla="*/ 10067 w 13250"/>
              <a:gd name="connsiteY8" fmla="*/ 11617 h 20567"/>
              <a:gd name="connsiteX9" fmla="*/ 300 w 13250"/>
              <a:gd name="connsiteY9" fmla="*/ 11617 h 20567"/>
              <a:gd name="connsiteX10" fmla="*/ 94 w 13250"/>
              <a:gd name="connsiteY10" fmla="*/ 10283 h 20567"/>
              <a:gd name="connsiteX11" fmla="*/ 300 w 13250"/>
              <a:gd name="connsiteY11" fmla="*/ 8950 h 20567"/>
              <a:gd name="connsiteX12" fmla="*/ 10067 w 13250"/>
              <a:gd name="connsiteY12" fmla="*/ 8950 h 20567"/>
              <a:gd name="connsiteX13" fmla="*/ 5085 w 13250"/>
              <a:gd name="connsiteY13" fmla="*/ 1872 h 20567"/>
              <a:gd name="connsiteX14" fmla="*/ 5085 w 13250"/>
              <a:gd name="connsiteY14" fmla="*/ 0 h 20567"/>
              <a:gd name="connsiteX15" fmla="*/ 6403 w 13250"/>
              <a:gd name="connsiteY15" fmla="*/ 0 h 20567"/>
              <a:gd name="connsiteX16" fmla="*/ 12930 w 13250"/>
              <a:gd name="connsiteY16" fmla="*/ 9274 h 20567"/>
              <a:gd name="connsiteX17" fmla="*/ 12992 w 13250"/>
              <a:gd name="connsiteY17" fmla="*/ 9332 h 20567"/>
              <a:gd name="connsiteX18" fmla="*/ 13240 w 13250"/>
              <a:gd name="connsiteY18" fmla="*/ 10446 h 20567"/>
              <a:gd name="connsiteX0" fmla="*/ 12940 w 12950"/>
              <a:gd name="connsiteY0" fmla="*/ 10446 h 20567"/>
              <a:gd name="connsiteX1" fmla="*/ 12916 w 12950"/>
              <a:gd name="connsiteY1" fmla="*/ 10632 h 20567"/>
              <a:gd name="connsiteX2" fmla="*/ 12745 w 12950"/>
              <a:gd name="connsiteY2" fmla="*/ 11091 h 20567"/>
              <a:gd name="connsiteX3" fmla="*/ 12692 w 12950"/>
              <a:gd name="connsiteY3" fmla="*/ 11234 h 20567"/>
              <a:gd name="connsiteX4" fmla="*/ 12632 w 12950"/>
              <a:gd name="connsiteY4" fmla="*/ 11290 h 20567"/>
              <a:gd name="connsiteX5" fmla="*/ 6103 w 12950"/>
              <a:gd name="connsiteY5" fmla="*/ 20567 h 20567"/>
              <a:gd name="connsiteX6" fmla="*/ 4785 w 12950"/>
              <a:gd name="connsiteY6" fmla="*/ 20567 h 20567"/>
              <a:gd name="connsiteX7" fmla="*/ 4785 w 12950"/>
              <a:gd name="connsiteY7" fmla="*/ 18694 h 20567"/>
              <a:gd name="connsiteX8" fmla="*/ 9767 w 12950"/>
              <a:gd name="connsiteY8" fmla="*/ 11617 h 20567"/>
              <a:gd name="connsiteX9" fmla="*/ 0 w 12950"/>
              <a:gd name="connsiteY9" fmla="*/ 11617 h 20567"/>
              <a:gd name="connsiteX10" fmla="*/ 0 w 12950"/>
              <a:gd name="connsiteY10" fmla="*/ 8950 h 20567"/>
              <a:gd name="connsiteX11" fmla="*/ 9767 w 12950"/>
              <a:gd name="connsiteY11" fmla="*/ 8950 h 20567"/>
              <a:gd name="connsiteX12" fmla="*/ 4785 w 12950"/>
              <a:gd name="connsiteY12" fmla="*/ 1872 h 20567"/>
              <a:gd name="connsiteX13" fmla="*/ 4785 w 12950"/>
              <a:gd name="connsiteY13" fmla="*/ 0 h 20567"/>
              <a:gd name="connsiteX14" fmla="*/ 6103 w 12950"/>
              <a:gd name="connsiteY14" fmla="*/ 0 h 20567"/>
              <a:gd name="connsiteX15" fmla="*/ 12630 w 12950"/>
              <a:gd name="connsiteY15" fmla="*/ 9274 h 20567"/>
              <a:gd name="connsiteX16" fmla="*/ 12692 w 12950"/>
              <a:gd name="connsiteY16" fmla="*/ 9332 h 20567"/>
              <a:gd name="connsiteX17" fmla="*/ 12940 w 12950"/>
              <a:gd name="connsiteY17" fmla="*/ 10446 h 20567"/>
              <a:gd name="connsiteX0" fmla="*/ 12940 w 12950"/>
              <a:gd name="connsiteY0" fmla="*/ 10446 h 20567"/>
              <a:gd name="connsiteX1" fmla="*/ 12916 w 12950"/>
              <a:gd name="connsiteY1" fmla="*/ 10632 h 20567"/>
              <a:gd name="connsiteX2" fmla="*/ 12745 w 12950"/>
              <a:gd name="connsiteY2" fmla="*/ 11091 h 20567"/>
              <a:gd name="connsiteX3" fmla="*/ 12692 w 12950"/>
              <a:gd name="connsiteY3" fmla="*/ 11234 h 20567"/>
              <a:gd name="connsiteX4" fmla="*/ 12632 w 12950"/>
              <a:gd name="connsiteY4" fmla="*/ 11290 h 20567"/>
              <a:gd name="connsiteX5" fmla="*/ 6103 w 12950"/>
              <a:gd name="connsiteY5" fmla="*/ 20567 h 20567"/>
              <a:gd name="connsiteX6" fmla="*/ 4785 w 12950"/>
              <a:gd name="connsiteY6" fmla="*/ 20567 h 20567"/>
              <a:gd name="connsiteX7" fmla="*/ 4785 w 12950"/>
              <a:gd name="connsiteY7" fmla="*/ 18694 h 20567"/>
              <a:gd name="connsiteX8" fmla="*/ 9767 w 12950"/>
              <a:gd name="connsiteY8" fmla="*/ 11617 h 20567"/>
              <a:gd name="connsiteX9" fmla="*/ 0 w 12950"/>
              <a:gd name="connsiteY9" fmla="*/ 11617 h 20567"/>
              <a:gd name="connsiteX10" fmla="*/ 0 w 12950"/>
              <a:gd name="connsiteY10" fmla="*/ 8950 h 20567"/>
              <a:gd name="connsiteX11" fmla="*/ 9950 w 12950"/>
              <a:gd name="connsiteY11" fmla="*/ 9467 h 20567"/>
              <a:gd name="connsiteX12" fmla="*/ 4785 w 12950"/>
              <a:gd name="connsiteY12" fmla="*/ 1872 h 20567"/>
              <a:gd name="connsiteX13" fmla="*/ 4785 w 12950"/>
              <a:gd name="connsiteY13" fmla="*/ 0 h 20567"/>
              <a:gd name="connsiteX14" fmla="*/ 6103 w 12950"/>
              <a:gd name="connsiteY14" fmla="*/ 0 h 20567"/>
              <a:gd name="connsiteX15" fmla="*/ 12630 w 12950"/>
              <a:gd name="connsiteY15" fmla="*/ 9274 h 20567"/>
              <a:gd name="connsiteX16" fmla="*/ 12692 w 12950"/>
              <a:gd name="connsiteY16" fmla="*/ 9332 h 20567"/>
              <a:gd name="connsiteX17" fmla="*/ 12940 w 12950"/>
              <a:gd name="connsiteY17" fmla="*/ 10446 h 20567"/>
              <a:gd name="connsiteX0" fmla="*/ 13993 w 14003"/>
              <a:gd name="connsiteY0" fmla="*/ 10446 h 20567"/>
              <a:gd name="connsiteX1" fmla="*/ 13969 w 14003"/>
              <a:gd name="connsiteY1" fmla="*/ 10632 h 20567"/>
              <a:gd name="connsiteX2" fmla="*/ 13798 w 14003"/>
              <a:gd name="connsiteY2" fmla="*/ 11091 h 20567"/>
              <a:gd name="connsiteX3" fmla="*/ 13745 w 14003"/>
              <a:gd name="connsiteY3" fmla="*/ 11234 h 20567"/>
              <a:gd name="connsiteX4" fmla="*/ 13685 w 14003"/>
              <a:gd name="connsiteY4" fmla="*/ 11290 h 20567"/>
              <a:gd name="connsiteX5" fmla="*/ 7156 w 14003"/>
              <a:gd name="connsiteY5" fmla="*/ 20567 h 20567"/>
              <a:gd name="connsiteX6" fmla="*/ 5838 w 14003"/>
              <a:gd name="connsiteY6" fmla="*/ 20567 h 20567"/>
              <a:gd name="connsiteX7" fmla="*/ 5838 w 14003"/>
              <a:gd name="connsiteY7" fmla="*/ 18694 h 20567"/>
              <a:gd name="connsiteX8" fmla="*/ 10820 w 14003"/>
              <a:gd name="connsiteY8" fmla="*/ 11617 h 20567"/>
              <a:gd name="connsiteX9" fmla="*/ 1053 w 14003"/>
              <a:gd name="connsiteY9" fmla="*/ 11617 h 20567"/>
              <a:gd name="connsiteX10" fmla="*/ 1419 w 14003"/>
              <a:gd name="connsiteY10" fmla="*/ 9079 h 20567"/>
              <a:gd name="connsiteX11" fmla="*/ 11003 w 14003"/>
              <a:gd name="connsiteY11" fmla="*/ 9467 h 20567"/>
              <a:gd name="connsiteX12" fmla="*/ 5838 w 14003"/>
              <a:gd name="connsiteY12" fmla="*/ 1872 h 20567"/>
              <a:gd name="connsiteX13" fmla="*/ 5838 w 14003"/>
              <a:gd name="connsiteY13" fmla="*/ 0 h 20567"/>
              <a:gd name="connsiteX14" fmla="*/ 7156 w 14003"/>
              <a:gd name="connsiteY14" fmla="*/ 0 h 20567"/>
              <a:gd name="connsiteX15" fmla="*/ 13683 w 14003"/>
              <a:gd name="connsiteY15" fmla="*/ 9274 h 20567"/>
              <a:gd name="connsiteX16" fmla="*/ 13745 w 14003"/>
              <a:gd name="connsiteY16" fmla="*/ 9332 h 20567"/>
              <a:gd name="connsiteX17" fmla="*/ 13993 w 14003"/>
              <a:gd name="connsiteY17" fmla="*/ 10446 h 20567"/>
              <a:gd name="connsiteX0" fmla="*/ 13993 w 14003"/>
              <a:gd name="connsiteY0" fmla="*/ 10446 h 20567"/>
              <a:gd name="connsiteX1" fmla="*/ 13969 w 14003"/>
              <a:gd name="connsiteY1" fmla="*/ 10632 h 20567"/>
              <a:gd name="connsiteX2" fmla="*/ 13798 w 14003"/>
              <a:gd name="connsiteY2" fmla="*/ 11091 h 20567"/>
              <a:gd name="connsiteX3" fmla="*/ 13745 w 14003"/>
              <a:gd name="connsiteY3" fmla="*/ 11234 h 20567"/>
              <a:gd name="connsiteX4" fmla="*/ 13685 w 14003"/>
              <a:gd name="connsiteY4" fmla="*/ 11290 h 20567"/>
              <a:gd name="connsiteX5" fmla="*/ 7156 w 14003"/>
              <a:gd name="connsiteY5" fmla="*/ 20567 h 20567"/>
              <a:gd name="connsiteX6" fmla="*/ 5838 w 14003"/>
              <a:gd name="connsiteY6" fmla="*/ 20567 h 20567"/>
              <a:gd name="connsiteX7" fmla="*/ 5838 w 14003"/>
              <a:gd name="connsiteY7" fmla="*/ 18694 h 20567"/>
              <a:gd name="connsiteX8" fmla="*/ 10820 w 14003"/>
              <a:gd name="connsiteY8" fmla="*/ 10970 h 20567"/>
              <a:gd name="connsiteX9" fmla="*/ 1053 w 14003"/>
              <a:gd name="connsiteY9" fmla="*/ 11617 h 20567"/>
              <a:gd name="connsiteX10" fmla="*/ 1419 w 14003"/>
              <a:gd name="connsiteY10" fmla="*/ 9079 h 20567"/>
              <a:gd name="connsiteX11" fmla="*/ 11003 w 14003"/>
              <a:gd name="connsiteY11" fmla="*/ 9467 h 20567"/>
              <a:gd name="connsiteX12" fmla="*/ 5838 w 14003"/>
              <a:gd name="connsiteY12" fmla="*/ 1872 h 20567"/>
              <a:gd name="connsiteX13" fmla="*/ 5838 w 14003"/>
              <a:gd name="connsiteY13" fmla="*/ 0 h 20567"/>
              <a:gd name="connsiteX14" fmla="*/ 7156 w 14003"/>
              <a:gd name="connsiteY14" fmla="*/ 0 h 20567"/>
              <a:gd name="connsiteX15" fmla="*/ 13683 w 14003"/>
              <a:gd name="connsiteY15" fmla="*/ 9274 h 20567"/>
              <a:gd name="connsiteX16" fmla="*/ 13745 w 14003"/>
              <a:gd name="connsiteY16" fmla="*/ 9332 h 20567"/>
              <a:gd name="connsiteX17" fmla="*/ 13993 w 14003"/>
              <a:gd name="connsiteY17" fmla="*/ 10446 h 20567"/>
              <a:gd name="connsiteX0" fmla="*/ 13993 w 14003"/>
              <a:gd name="connsiteY0" fmla="*/ 10446 h 20567"/>
              <a:gd name="connsiteX1" fmla="*/ 13969 w 14003"/>
              <a:gd name="connsiteY1" fmla="*/ 10632 h 20567"/>
              <a:gd name="connsiteX2" fmla="*/ 13798 w 14003"/>
              <a:gd name="connsiteY2" fmla="*/ 11091 h 20567"/>
              <a:gd name="connsiteX3" fmla="*/ 13745 w 14003"/>
              <a:gd name="connsiteY3" fmla="*/ 11234 h 20567"/>
              <a:gd name="connsiteX4" fmla="*/ 13685 w 14003"/>
              <a:gd name="connsiteY4" fmla="*/ 11290 h 20567"/>
              <a:gd name="connsiteX5" fmla="*/ 7156 w 14003"/>
              <a:gd name="connsiteY5" fmla="*/ 20567 h 20567"/>
              <a:gd name="connsiteX6" fmla="*/ 5838 w 14003"/>
              <a:gd name="connsiteY6" fmla="*/ 20567 h 20567"/>
              <a:gd name="connsiteX7" fmla="*/ 5838 w 14003"/>
              <a:gd name="connsiteY7" fmla="*/ 18694 h 20567"/>
              <a:gd name="connsiteX8" fmla="*/ 10820 w 14003"/>
              <a:gd name="connsiteY8" fmla="*/ 10970 h 20567"/>
              <a:gd name="connsiteX9" fmla="*/ 1053 w 14003"/>
              <a:gd name="connsiteY9" fmla="*/ 10712 h 20567"/>
              <a:gd name="connsiteX10" fmla="*/ 1419 w 14003"/>
              <a:gd name="connsiteY10" fmla="*/ 9079 h 20567"/>
              <a:gd name="connsiteX11" fmla="*/ 11003 w 14003"/>
              <a:gd name="connsiteY11" fmla="*/ 9467 h 20567"/>
              <a:gd name="connsiteX12" fmla="*/ 5838 w 14003"/>
              <a:gd name="connsiteY12" fmla="*/ 1872 h 20567"/>
              <a:gd name="connsiteX13" fmla="*/ 5838 w 14003"/>
              <a:gd name="connsiteY13" fmla="*/ 0 h 20567"/>
              <a:gd name="connsiteX14" fmla="*/ 7156 w 14003"/>
              <a:gd name="connsiteY14" fmla="*/ 0 h 20567"/>
              <a:gd name="connsiteX15" fmla="*/ 13683 w 14003"/>
              <a:gd name="connsiteY15" fmla="*/ 9274 h 20567"/>
              <a:gd name="connsiteX16" fmla="*/ 13745 w 14003"/>
              <a:gd name="connsiteY16" fmla="*/ 9332 h 20567"/>
              <a:gd name="connsiteX17" fmla="*/ 13993 w 14003"/>
              <a:gd name="connsiteY17" fmla="*/ 10446 h 20567"/>
              <a:gd name="connsiteX0" fmla="*/ 13993 w 14003"/>
              <a:gd name="connsiteY0" fmla="*/ 10446 h 20567"/>
              <a:gd name="connsiteX1" fmla="*/ 13969 w 14003"/>
              <a:gd name="connsiteY1" fmla="*/ 10632 h 20567"/>
              <a:gd name="connsiteX2" fmla="*/ 13798 w 14003"/>
              <a:gd name="connsiteY2" fmla="*/ 11091 h 20567"/>
              <a:gd name="connsiteX3" fmla="*/ 13745 w 14003"/>
              <a:gd name="connsiteY3" fmla="*/ 11234 h 20567"/>
              <a:gd name="connsiteX4" fmla="*/ 13685 w 14003"/>
              <a:gd name="connsiteY4" fmla="*/ 11290 h 20567"/>
              <a:gd name="connsiteX5" fmla="*/ 7156 w 14003"/>
              <a:gd name="connsiteY5" fmla="*/ 20567 h 20567"/>
              <a:gd name="connsiteX6" fmla="*/ 5838 w 14003"/>
              <a:gd name="connsiteY6" fmla="*/ 20567 h 20567"/>
              <a:gd name="connsiteX7" fmla="*/ 5838 w 14003"/>
              <a:gd name="connsiteY7" fmla="*/ 18694 h 20567"/>
              <a:gd name="connsiteX8" fmla="*/ 10820 w 14003"/>
              <a:gd name="connsiteY8" fmla="*/ 10970 h 20567"/>
              <a:gd name="connsiteX9" fmla="*/ 1053 w 14003"/>
              <a:gd name="connsiteY9" fmla="*/ 10712 h 20567"/>
              <a:gd name="connsiteX10" fmla="*/ 1419 w 14003"/>
              <a:gd name="connsiteY10" fmla="*/ 9361 h 20567"/>
              <a:gd name="connsiteX11" fmla="*/ 11003 w 14003"/>
              <a:gd name="connsiteY11" fmla="*/ 9467 h 20567"/>
              <a:gd name="connsiteX12" fmla="*/ 5838 w 14003"/>
              <a:gd name="connsiteY12" fmla="*/ 1872 h 20567"/>
              <a:gd name="connsiteX13" fmla="*/ 5838 w 14003"/>
              <a:gd name="connsiteY13" fmla="*/ 0 h 20567"/>
              <a:gd name="connsiteX14" fmla="*/ 7156 w 14003"/>
              <a:gd name="connsiteY14" fmla="*/ 0 h 20567"/>
              <a:gd name="connsiteX15" fmla="*/ 13683 w 14003"/>
              <a:gd name="connsiteY15" fmla="*/ 9274 h 20567"/>
              <a:gd name="connsiteX16" fmla="*/ 13745 w 14003"/>
              <a:gd name="connsiteY16" fmla="*/ 9332 h 20567"/>
              <a:gd name="connsiteX17" fmla="*/ 13993 w 14003"/>
              <a:gd name="connsiteY17" fmla="*/ 10446 h 20567"/>
              <a:gd name="connsiteX0" fmla="*/ 14220 w 14230"/>
              <a:gd name="connsiteY0" fmla="*/ 10446 h 20567"/>
              <a:gd name="connsiteX1" fmla="*/ 14196 w 14230"/>
              <a:gd name="connsiteY1" fmla="*/ 10632 h 20567"/>
              <a:gd name="connsiteX2" fmla="*/ 14025 w 14230"/>
              <a:gd name="connsiteY2" fmla="*/ 11091 h 20567"/>
              <a:gd name="connsiteX3" fmla="*/ 13972 w 14230"/>
              <a:gd name="connsiteY3" fmla="*/ 11234 h 20567"/>
              <a:gd name="connsiteX4" fmla="*/ 13912 w 14230"/>
              <a:gd name="connsiteY4" fmla="*/ 11290 h 20567"/>
              <a:gd name="connsiteX5" fmla="*/ 7383 w 14230"/>
              <a:gd name="connsiteY5" fmla="*/ 20567 h 20567"/>
              <a:gd name="connsiteX6" fmla="*/ 6065 w 14230"/>
              <a:gd name="connsiteY6" fmla="*/ 20567 h 20567"/>
              <a:gd name="connsiteX7" fmla="*/ 6065 w 14230"/>
              <a:gd name="connsiteY7" fmla="*/ 18694 h 20567"/>
              <a:gd name="connsiteX8" fmla="*/ 11047 w 14230"/>
              <a:gd name="connsiteY8" fmla="*/ 10970 h 20567"/>
              <a:gd name="connsiteX9" fmla="*/ 914 w 14230"/>
              <a:gd name="connsiteY9" fmla="*/ 11088 h 20567"/>
              <a:gd name="connsiteX10" fmla="*/ 1646 w 14230"/>
              <a:gd name="connsiteY10" fmla="*/ 9361 h 20567"/>
              <a:gd name="connsiteX11" fmla="*/ 11230 w 14230"/>
              <a:gd name="connsiteY11" fmla="*/ 9467 h 20567"/>
              <a:gd name="connsiteX12" fmla="*/ 6065 w 14230"/>
              <a:gd name="connsiteY12" fmla="*/ 1872 h 20567"/>
              <a:gd name="connsiteX13" fmla="*/ 6065 w 14230"/>
              <a:gd name="connsiteY13" fmla="*/ 0 h 20567"/>
              <a:gd name="connsiteX14" fmla="*/ 7383 w 14230"/>
              <a:gd name="connsiteY14" fmla="*/ 0 h 20567"/>
              <a:gd name="connsiteX15" fmla="*/ 13910 w 14230"/>
              <a:gd name="connsiteY15" fmla="*/ 9274 h 20567"/>
              <a:gd name="connsiteX16" fmla="*/ 13972 w 14230"/>
              <a:gd name="connsiteY16" fmla="*/ 9332 h 20567"/>
              <a:gd name="connsiteX17" fmla="*/ 14220 w 14230"/>
              <a:gd name="connsiteY17" fmla="*/ 10446 h 20567"/>
              <a:gd name="connsiteX0" fmla="*/ 14220 w 14230"/>
              <a:gd name="connsiteY0" fmla="*/ 10446 h 20567"/>
              <a:gd name="connsiteX1" fmla="*/ 14196 w 14230"/>
              <a:gd name="connsiteY1" fmla="*/ 10632 h 20567"/>
              <a:gd name="connsiteX2" fmla="*/ 14025 w 14230"/>
              <a:gd name="connsiteY2" fmla="*/ 11091 h 20567"/>
              <a:gd name="connsiteX3" fmla="*/ 13972 w 14230"/>
              <a:gd name="connsiteY3" fmla="*/ 11234 h 20567"/>
              <a:gd name="connsiteX4" fmla="*/ 13912 w 14230"/>
              <a:gd name="connsiteY4" fmla="*/ 11290 h 20567"/>
              <a:gd name="connsiteX5" fmla="*/ 7383 w 14230"/>
              <a:gd name="connsiteY5" fmla="*/ 20567 h 20567"/>
              <a:gd name="connsiteX6" fmla="*/ 6065 w 14230"/>
              <a:gd name="connsiteY6" fmla="*/ 20567 h 20567"/>
              <a:gd name="connsiteX7" fmla="*/ 6065 w 14230"/>
              <a:gd name="connsiteY7" fmla="*/ 18694 h 20567"/>
              <a:gd name="connsiteX8" fmla="*/ 11047 w 14230"/>
              <a:gd name="connsiteY8" fmla="*/ 10970 h 20567"/>
              <a:gd name="connsiteX9" fmla="*/ 914 w 14230"/>
              <a:gd name="connsiteY9" fmla="*/ 10994 h 20567"/>
              <a:gd name="connsiteX10" fmla="*/ 1646 w 14230"/>
              <a:gd name="connsiteY10" fmla="*/ 9361 h 20567"/>
              <a:gd name="connsiteX11" fmla="*/ 11230 w 14230"/>
              <a:gd name="connsiteY11" fmla="*/ 9467 h 20567"/>
              <a:gd name="connsiteX12" fmla="*/ 6065 w 14230"/>
              <a:gd name="connsiteY12" fmla="*/ 1872 h 20567"/>
              <a:gd name="connsiteX13" fmla="*/ 6065 w 14230"/>
              <a:gd name="connsiteY13" fmla="*/ 0 h 20567"/>
              <a:gd name="connsiteX14" fmla="*/ 7383 w 14230"/>
              <a:gd name="connsiteY14" fmla="*/ 0 h 20567"/>
              <a:gd name="connsiteX15" fmla="*/ 13910 w 14230"/>
              <a:gd name="connsiteY15" fmla="*/ 9274 h 20567"/>
              <a:gd name="connsiteX16" fmla="*/ 13972 w 14230"/>
              <a:gd name="connsiteY16" fmla="*/ 9332 h 20567"/>
              <a:gd name="connsiteX17" fmla="*/ 14220 w 14230"/>
              <a:gd name="connsiteY17" fmla="*/ 10446 h 20567"/>
              <a:gd name="connsiteX0" fmla="*/ 14286 w 14296"/>
              <a:gd name="connsiteY0" fmla="*/ 10446 h 20567"/>
              <a:gd name="connsiteX1" fmla="*/ 14262 w 14296"/>
              <a:gd name="connsiteY1" fmla="*/ 10632 h 20567"/>
              <a:gd name="connsiteX2" fmla="*/ 14091 w 14296"/>
              <a:gd name="connsiteY2" fmla="*/ 11091 h 20567"/>
              <a:gd name="connsiteX3" fmla="*/ 14038 w 14296"/>
              <a:gd name="connsiteY3" fmla="*/ 11234 h 20567"/>
              <a:gd name="connsiteX4" fmla="*/ 13978 w 14296"/>
              <a:gd name="connsiteY4" fmla="*/ 11290 h 20567"/>
              <a:gd name="connsiteX5" fmla="*/ 7449 w 14296"/>
              <a:gd name="connsiteY5" fmla="*/ 20567 h 20567"/>
              <a:gd name="connsiteX6" fmla="*/ 6131 w 14296"/>
              <a:gd name="connsiteY6" fmla="*/ 20567 h 20567"/>
              <a:gd name="connsiteX7" fmla="*/ 6131 w 14296"/>
              <a:gd name="connsiteY7" fmla="*/ 18694 h 20567"/>
              <a:gd name="connsiteX8" fmla="*/ 11113 w 14296"/>
              <a:gd name="connsiteY8" fmla="*/ 10970 h 20567"/>
              <a:gd name="connsiteX9" fmla="*/ 980 w 14296"/>
              <a:gd name="connsiteY9" fmla="*/ 10994 h 20567"/>
              <a:gd name="connsiteX10" fmla="*/ 1529 w 14296"/>
              <a:gd name="connsiteY10" fmla="*/ 9455 h 20567"/>
              <a:gd name="connsiteX11" fmla="*/ 11296 w 14296"/>
              <a:gd name="connsiteY11" fmla="*/ 9467 h 20567"/>
              <a:gd name="connsiteX12" fmla="*/ 6131 w 14296"/>
              <a:gd name="connsiteY12" fmla="*/ 1872 h 20567"/>
              <a:gd name="connsiteX13" fmla="*/ 6131 w 14296"/>
              <a:gd name="connsiteY13" fmla="*/ 0 h 20567"/>
              <a:gd name="connsiteX14" fmla="*/ 7449 w 14296"/>
              <a:gd name="connsiteY14" fmla="*/ 0 h 20567"/>
              <a:gd name="connsiteX15" fmla="*/ 13976 w 14296"/>
              <a:gd name="connsiteY15" fmla="*/ 9274 h 20567"/>
              <a:gd name="connsiteX16" fmla="*/ 14038 w 14296"/>
              <a:gd name="connsiteY16" fmla="*/ 9332 h 20567"/>
              <a:gd name="connsiteX17" fmla="*/ 14286 w 14296"/>
              <a:gd name="connsiteY17" fmla="*/ 10446 h 20567"/>
              <a:gd name="connsiteX0" fmla="*/ 14177 w 14187"/>
              <a:gd name="connsiteY0" fmla="*/ 10446 h 20567"/>
              <a:gd name="connsiteX1" fmla="*/ 14153 w 14187"/>
              <a:gd name="connsiteY1" fmla="*/ 10632 h 20567"/>
              <a:gd name="connsiteX2" fmla="*/ 13982 w 14187"/>
              <a:gd name="connsiteY2" fmla="*/ 11091 h 20567"/>
              <a:gd name="connsiteX3" fmla="*/ 13929 w 14187"/>
              <a:gd name="connsiteY3" fmla="*/ 11234 h 20567"/>
              <a:gd name="connsiteX4" fmla="*/ 13869 w 14187"/>
              <a:gd name="connsiteY4" fmla="*/ 11290 h 20567"/>
              <a:gd name="connsiteX5" fmla="*/ 7340 w 14187"/>
              <a:gd name="connsiteY5" fmla="*/ 20567 h 20567"/>
              <a:gd name="connsiteX6" fmla="*/ 6022 w 14187"/>
              <a:gd name="connsiteY6" fmla="*/ 20567 h 20567"/>
              <a:gd name="connsiteX7" fmla="*/ 6022 w 14187"/>
              <a:gd name="connsiteY7" fmla="*/ 18694 h 20567"/>
              <a:gd name="connsiteX8" fmla="*/ 11004 w 14187"/>
              <a:gd name="connsiteY8" fmla="*/ 10970 h 20567"/>
              <a:gd name="connsiteX9" fmla="*/ 1054 w 14187"/>
              <a:gd name="connsiteY9" fmla="*/ 11182 h 20567"/>
              <a:gd name="connsiteX10" fmla="*/ 1420 w 14187"/>
              <a:gd name="connsiteY10" fmla="*/ 9455 h 20567"/>
              <a:gd name="connsiteX11" fmla="*/ 11187 w 14187"/>
              <a:gd name="connsiteY11" fmla="*/ 9467 h 20567"/>
              <a:gd name="connsiteX12" fmla="*/ 6022 w 14187"/>
              <a:gd name="connsiteY12" fmla="*/ 1872 h 20567"/>
              <a:gd name="connsiteX13" fmla="*/ 6022 w 14187"/>
              <a:gd name="connsiteY13" fmla="*/ 0 h 20567"/>
              <a:gd name="connsiteX14" fmla="*/ 7340 w 14187"/>
              <a:gd name="connsiteY14" fmla="*/ 0 h 20567"/>
              <a:gd name="connsiteX15" fmla="*/ 13867 w 14187"/>
              <a:gd name="connsiteY15" fmla="*/ 9274 h 20567"/>
              <a:gd name="connsiteX16" fmla="*/ 13929 w 14187"/>
              <a:gd name="connsiteY16" fmla="*/ 9332 h 20567"/>
              <a:gd name="connsiteX17" fmla="*/ 14177 w 14187"/>
              <a:gd name="connsiteY17" fmla="*/ 10446 h 20567"/>
              <a:gd name="connsiteX0" fmla="*/ 14190 w 14200"/>
              <a:gd name="connsiteY0" fmla="*/ 10446 h 20567"/>
              <a:gd name="connsiteX1" fmla="*/ 14166 w 14200"/>
              <a:gd name="connsiteY1" fmla="*/ 10632 h 20567"/>
              <a:gd name="connsiteX2" fmla="*/ 13995 w 14200"/>
              <a:gd name="connsiteY2" fmla="*/ 11091 h 20567"/>
              <a:gd name="connsiteX3" fmla="*/ 13942 w 14200"/>
              <a:gd name="connsiteY3" fmla="*/ 11234 h 20567"/>
              <a:gd name="connsiteX4" fmla="*/ 13882 w 14200"/>
              <a:gd name="connsiteY4" fmla="*/ 11290 h 20567"/>
              <a:gd name="connsiteX5" fmla="*/ 7353 w 14200"/>
              <a:gd name="connsiteY5" fmla="*/ 20567 h 20567"/>
              <a:gd name="connsiteX6" fmla="*/ 6035 w 14200"/>
              <a:gd name="connsiteY6" fmla="*/ 20567 h 20567"/>
              <a:gd name="connsiteX7" fmla="*/ 6035 w 14200"/>
              <a:gd name="connsiteY7" fmla="*/ 18694 h 20567"/>
              <a:gd name="connsiteX8" fmla="*/ 11017 w 14200"/>
              <a:gd name="connsiteY8" fmla="*/ 10970 h 20567"/>
              <a:gd name="connsiteX9" fmla="*/ 1067 w 14200"/>
              <a:gd name="connsiteY9" fmla="*/ 11182 h 20567"/>
              <a:gd name="connsiteX10" fmla="*/ 319 w 14200"/>
              <a:gd name="connsiteY10" fmla="*/ 10612 h 20567"/>
              <a:gd name="connsiteX11" fmla="*/ 1433 w 14200"/>
              <a:gd name="connsiteY11" fmla="*/ 9455 h 20567"/>
              <a:gd name="connsiteX12" fmla="*/ 11200 w 14200"/>
              <a:gd name="connsiteY12" fmla="*/ 9467 h 20567"/>
              <a:gd name="connsiteX13" fmla="*/ 6035 w 14200"/>
              <a:gd name="connsiteY13" fmla="*/ 1872 h 20567"/>
              <a:gd name="connsiteX14" fmla="*/ 6035 w 14200"/>
              <a:gd name="connsiteY14" fmla="*/ 0 h 20567"/>
              <a:gd name="connsiteX15" fmla="*/ 7353 w 14200"/>
              <a:gd name="connsiteY15" fmla="*/ 0 h 20567"/>
              <a:gd name="connsiteX16" fmla="*/ 13880 w 14200"/>
              <a:gd name="connsiteY16" fmla="*/ 9274 h 20567"/>
              <a:gd name="connsiteX17" fmla="*/ 13942 w 14200"/>
              <a:gd name="connsiteY17" fmla="*/ 9332 h 20567"/>
              <a:gd name="connsiteX18" fmla="*/ 14190 w 14200"/>
              <a:gd name="connsiteY18" fmla="*/ 10446 h 20567"/>
              <a:gd name="connsiteX0" fmla="*/ 13846 w 13856"/>
              <a:gd name="connsiteY0" fmla="*/ 10446 h 20567"/>
              <a:gd name="connsiteX1" fmla="*/ 13822 w 13856"/>
              <a:gd name="connsiteY1" fmla="*/ 10632 h 20567"/>
              <a:gd name="connsiteX2" fmla="*/ 13651 w 13856"/>
              <a:gd name="connsiteY2" fmla="*/ 11091 h 20567"/>
              <a:gd name="connsiteX3" fmla="*/ 13598 w 13856"/>
              <a:gd name="connsiteY3" fmla="*/ 11234 h 20567"/>
              <a:gd name="connsiteX4" fmla="*/ 13538 w 13856"/>
              <a:gd name="connsiteY4" fmla="*/ 11290 h 20567"/>
              <a:gd name="connsiteX5" fmla="*/ 7009 w 13856"/>
              <a:gd name="connsiteY5" fmla="*/ 20567 h 20567"/>
              <a:gd name="connsiteX6" fmla="*/ 5691 w 13856"/>
              <a:gd name="connsiteY6" fmla="*/ 20567 h 20567"/>
              <a:gd name="connsiteX7" fmla="*/ 5691 w 13856"/>
              <a:gd name="connsiteY7" fmla="*/ 18694 h 20567"/>
              <a:gd name="connsiteX8" fmla="*/ 10673 w 13856"/>
              <a:gd name="connsiteY8" fmla="*/ 10970 h 20567"/>
              <a:gd name="connsiteX9" fmla="*/ 723 w 13856"/>
              <a:gd name="connsiteY9" fmla="*/ 11182 h 20567"/>
              <a:gd name="connsiteX10" fmla="*/ 1073 w 13856"/>
              <a:gd name="connsiteY10" fmla="*/ 10236 h 20567"/>
              <a:gd name="connsiteX11" fmla="*/ 1089 w 13856"/>
              <a:gd name="connsiteY11" fmla="*/ 9455 h 20567"/>
              <a:gd name="connsiteX12" fmla="*/ 10856 w 13856"/>
              <a:gd name="connsiteY12" fmla="*/ 9467 h 20567"/>
              <a:gd name="connsiteX13" fmla="*/ 5691 w 13856"/>
              <a:gd name="connsiteY13" fmla="*/ 1872 h 20567"/>
              <a:gd name="connsiteX14" fmla="*/ 5691 w 13856"/>
              <a:gd name="connsiteY14" fmla="*/ 0 h 20567"/>
              <a:gd name="connsiteX15" fmla="*/ 7009 w 13856"/>
              <a:gd name="connsiteY15" fmla="*/ 0 h 20567"/>
              <a:gd name="connsiteX16" fmla="*/ 13536 w 13856"/>
              <a:gd name="connsiteY16" fmla="*/ 9274 h 20567"/>
              <a:gd name="connsiteX17" fmla="*/ 13598 w 13856"/>
              <a:gd name="connsiteY17" fmla="*/ 9332 h 20567"/>
              <a:gd name="connsiteX18" fmla="*/ 13846 w 13856"/>
              <a:gd name="connsiteY18" fmla="*/ 10446 h 20567"/>
              <a:gd name="connsiteX0" fmla="*/ 13936 w 13946"/>
              <a:gd name="connsiteY0" fmla="*/ 10446 h 20567"/>
              <a:gd name="connsiteX1" fmla="*/ 13912 w 13946"/>
              <a:gd name="connsiteY1" fmla="*/ 10632 h 20567"/>
              <a:gd name="connsiteX2" fmla="*/ 13741 w 13946"/>
              <a:gd name="connsiteY2" fmla="*/ 11091 h 20567"/>
              <a:gd name="connsiteX3" fmla="*/ 13688 w 13946"/>
              <a:gd name="connsiteY3" fmla="*/ 11234 h 20567"/>
              <a:gd name="connsiteX4" fmla="*/ 13628 w 13946"/>
              <a:gd name="connsiteY4" fmla="*/ 11290 h 20567"/>
              <a:gd name="connsiteX5" fmla="*/ 7099 w 13946"/>
              <a:gd name="connsiteY5" fmla="*/ 20567 h 20567"/>
              <a:gd name="connsiteX6" fmla="*/ 5781 w 13946"/>
              <a:gd name="connsiteY6" fmla="*/ 20567 h 20567"/>
              <a:gd name="connsiteX7" fmla="*/ 5781 w 13946"/>
              <a:gd name="connsiteY7" fmla="*/ 18694 h 20567"/>
              <a:gd name="connsiteX8" fmla="*/ 10763 w 13946"/>
              <a:gd name="connsiteY8" fmla="*/ 10970 h 20567"/>
              <a:gd name="connsiteX9" fmla="*/ 813 w 13946"/>
              <a:gd name="connsiteY9" fmla="*/ 11182 h 20567"/>
              <a:gd name="connsiteX10" fmla="*/ 786 w 13946"/>
              <a:gd name="connsiteY10" fmla="*/ 10324 h 20567"/>
              <a:gd name="connsiteX11" fmla="*/ 1179 w 13946"/>
              <a:gd name="connsiteY11" fmla="*/ 9455 h 20567"/>
              <a:gd name="connsiteX12" fmla="*/ 10946 w 13946"/>
              <a:gd name="connsiteY12" fmla="*/ 9467 h 20567"/>
              <a:gd name="connsiteX13" fmla="*/ 5781 w 13946"/>
              <a:gd name="connsiteY13" fmla="*/ 1872 h 20567"/>
              <a:gd name="connsiteX14" fmla="*/ 5781 w 13946"/>
              <a:gd name="connsiteY14" fmla="*/ 0 h 20567"/>
              <a:gd name="connsiteX15" fmla="*/ 7099 w 13946"/>
              <a:gd name="connsiteY15" fmla="*/ 0 h 20567"/>
              <a:gd name="connsiteX16" fmla="*/ 13626 w 13946"/>
              <a:gd name="connsiteY16" fmla="*/ 9274 h 20567"/>
              <a:gd name="connsiteX17" fmla="*/ 13688 w 13946"/>
              <a:gd name="connsiteY17" fmla="*/ 9332 h 20567"/>
              <a:gd name="connsiteX18" fmla="*/ 13936 w 13946"/>
              <a:gd name="connsiteY18" fmla="*/ 10446 h 20567"/>
              <a:gd name="connsiteX0" fmla="*/ 13884 w 13894"/>
              <a:gd name="connsiteY0" fmla="*/ 10446 h 20567"/>
              <a:gd name="connsiteX1" fmla="*/ 13860 w 13894"/>
              <a:gd name="connsiteY1" fmla="*/ 10632 h 20567"/>
              <a:gd name="connsiteX2" fmla="*/ 13689 w 13894"/>
              <a:gd name="connsiteY2" fmla="*/ 11091 h 20567"/>
              <a:gd name="connsiteX3" fmla="*/ 13636 w 13894"/>
              <a:gd name="connsiteY3" fmla="*/ 11234 h 20567"/>
              <a:gd name="connsiteX4" fmla="*/ 13576 w 13894"/>
              <a:gd name="connsiteY4" fmla="*/ 11290 h 20567"/>
              <a:gd name="connsiteX5" fmla="*/ 7047 w 13894"/>
              <a:gd name="connsiteY5" fmla="*/ 20567 h 20567"/>
              <a:gd name="connsiteX6" fmla="*/ 5729 w 13894"/>
              <a:gd name="connsiteY6" fmla="*/ 20567 h 20567"/>
              <a:gd name="connsiteX7" fmla="*/ 5729 w 13894"/>
              <a:gd name="connsiteY7" fmla="*/ 18694 h 20567"/>
              <a:gd name="connsiteX8" fmla="*/ 10711 w 13894"/>
              <a:gd name="connsiteY8" fmla="*/ 10970 h 20567"/>
              <a:gd name="connsiteX9" fmla="*/ 761 w 13894"/>
              <a:gd name="connsiteY9" fmla="*/ 11182 h 20567"/>
              <a:gd name="connsiteX10" fmla="*/ 734 w 13894"/>
              <a:gd name="connsiteY10" fmla="*/ 10324 h 20567"/>
              <a:gd name="connsiteX11" fmla="*/ 1127 w 13894"/>
              <a:gd name="connsiteY11" fmla="*/ 9455 h 20567"/>
              <a:gd name="connsiteX12" fmla="*/ 10894 w 13894"/>
              <a:gd name="connsiteY12" fmla="*/ 9467 h 20567"/>
              <a:gd name="connsiteX13" fmla="*/ 5729 w 13894"/>
              <a:gd name="connsiteY13" fmla="*/ 1872 h 20567"/>
              <a:gd name="connsiteX14" fmla="*/ 5729 w 13894"/>
              <a:gd name="connsiteY14" fmla="*/ 0 h 20567"/>
              <a:gd name="connsiteX15" fmla="*/ 7047 w 13894"/>
              <a:gd name="connsiteY15" fmla="*/ 0 h 20567"/>
              <a:gd name="connsiteX16" fmla="*/ 13574 w 13894"/>
              <a:gd name="connsiteY16" fmla="*/ 9274 h 20567"/>
              <a:gd name="connsiteX17" fmla="*/ 13636 w 13894"/>
              <a:gd name="connsiteY17" fmla="*/ 9332 h 20567"/>
              <a:gd name="connsiteX18" fmla="*/ 13884 w 13894"/>
              <a:gd name="connsiteY18" fmla="*/ 10446 h 20567"/>
              <a:gd name="connsiteX0" fmla="*/ 13884 w 13894"/>
              <a:gd name="connsiteY0" fmla="*/ 10446 h 20567"/>
              <a:gd name="connsiteX1" fmla="*/ 13860 w 13894"/>
              <a:gd name="connsiteY1" fmla="*/ 10632 h 20567"/>
              <a:gd name="connsiteX2" fmla="*/ 13689 w 13894"/>
              <a:gd name="connsiteY2" fmla="*/ 11091 h 20567"/>
              <a:gd name="connsiteX3" fmla="*/ 13636 w 13894"/>
              <a:gd name="connsiteY3" fmla="*/ 11234 h 20567"/>
              <a:gd name="connsiteX4" fmla="*/ 13576 w 13894"/>
              <a:gd name="connsiteY4" fmla="*/ 11290 h 20567"/>
              <a:gd name="connsiteX5" fmla="*/ 7047 w 13894"/>
              <a:gd name="connsiteY5" fmla="*/ 20567 h 20567"/>
              <a:gd name="connsiteX6" fmla="*/ 5729 w 13894"/>
              <a:gd name="connsiteY6" fmla="*/ 20567 h 20567"/>
              <a:gd name="connsiteX7" fmla="*/ 5729 w 13894"/>
              <a:gd name="connsiteY7" fmla="*/ 18694 h 20567"/>
              <a:gd name="connsiteX8" fmla="*/ 10711 w 13894"/>
              <a:gd name="connsiteY8" fmla="*/ 10970 h 20567"/>
              <a:gd name="connsiteX9" fmla="*/ 761 w 13894"/>
              <a:gd name="connsiteY9" fmla="*/ 11182 h 20567"/>
              <a:gd name="connsiteX10" fmla="*/ 734 w 13894"/>
              <a:gd name="connsiteY10" fmla="*/ 10324 h 20567"/>
              <a:gd name="connsiteX11" fmla="*/ 1127 w 13894"/>
              <a:gd name="connsiteY11" fmla="*/ 9455 h 20567"/>
              <a:gd name="connsiteX12" fmla="*/ 10894 w 13894"/>
              <a:gd name="connsiteY12" fmla="*/ 9467 h 20567"/>
              <a:gd name="connsiteX13" fmla="*/ 5729 w 13894"/>
              <a:gd name="connsiteY13" fmla="*/ 1872 h 20567"/>
              <a:gd name="connsiteX14" fmla="*/ 5729 w 13894"/>
              <a:gd name="connsiteY14" fmla="*/ 0 h 20567"/>
              <a:gd name="connsiteX15" fmla="*/ 7047 w 13894"/>
              <a:gd name="connsiteY15" fmla="*/ 0 h 20567"/>
              <a:gd name="connsiteX16" fmla="*/ 13574 w 13894"/>
              <a:gd name="connsiteY16" fmla="*/ 9274 h 20567"/>
              <a:gd name="connsiteX17" fmla="*/ 13636 w 13894"/>
              <a:gd name="connsiteY17" fmla="*/ 9332 h 20567"/>
              <a:gd name="connsiteX18" fmla="*/ 13884 w 13894"/>
              <a:gd name="connsiteY18" fmla="*/ 10446 h 20567"/>
              <a:gd name="connsiteX0" fmla="*/ 14183 w 14193"/>
              <a:gd name="connsiteY0" fmla="*/ 10446 h 20567"/>
              <a:gd name="connsiteX1" fmla="*/ 14159 w 14193"/>
              <a:gd name="connsiteY1" fmla="*/ 10632 h 20567"/>
              <a:gd name="connsiteX2" fmla="*/ 13988 w 14193"/>
              <a:gd name="connsiteY2" fmla="*/ 11091 h 20567"/>
              <a:gd name="connsiteX3" fmla="*/ 13935 w 14193"/>
              <a:gd name="connsiteY3" fmla="*/ 11234 h 20567"/>
              <a:gd name="connsiteX4" fmla="*/ 13875 w 14193"/>
              <a:gd name="connsiteY4" fmla="*/ 11290 h 20567"/>
              <a:gd name="connsiteX5" fmla="*/ 7346 w 14193"/>
              <a:gd name="connsiteY5" fmla="*/ 20567 h 20567"/>
              <a:gd name="connsiteX6" fmla="*/ 6028 w 14193"/>
              <a:gd name="connsiteY6" fmla="*/ 20567 h 20567"/>
              <a:gd name="connsiteX7" fmla="*/ 6028 w 14193"/>
              <a:gd name="connsiteY7" fmla="*/ 18694 h 20567"/>
              <a:gd name="connsiteX8" fmla="*/ 11010 w 14193"/>
              <a:gd name="connsiteY8" fmla="*/ 10970 h 20567"/>
              <a:gd name="connsiteX9" fmla="*/ 1060 w 14193"/>
              <a:gd name="connsiteY9" fmla="*/ 11182 h 20567"/>
              <a:gd name="connsiteX10" fmla="*/ 1426 w 14193"/>
              <a:gd name="connsiteY10" fmla="*/ 9455 h 20567"/>
              <a:gd name="connsiteX11" fmla="*/ 11193 w 14193"/>
              <a:gd name="connsiteY11" fmla="*/ 9467 h 20567"/>
              <a:gd name="connsiteX12" fmla="*/ 6028 w 14193"/>
              <a:gd name="connsiteY12" fmla="*/ 1872 h 20567"/>
              <a:gd name="connsiteX13" fmla="*/ 6028 w 14193"/>
              <a:gd name="connsiteY13" fmla="*/ 0 h 20567"/>
              <a:gd name="connsiteX14" fmla="*/ 7346 w 14193"/>
              <a:gd name="connsiteY14" fmla="*/ 0 h 20567"/>
              <a:gd name="connsiteX15" fmla="*/ 13873 w 14193"/>
              <a:gd name="connsiteY15" fmla="*/ 9274 h 20567"/>
              <a:gd name="connsiteX16" fmla="*/ 13935 w 14193"/>
              <a:gd name="connsiteY16" fmla="*/ 9332 h 20567"/>
              <a:gd name="connsiteX17" fmla="*/ 14183 w 14193"/>
              <a:gd name="connsiteY17" fmla="*/ 10446 h 20567"/>
              <a:gd name="connsiteX0" fmla="*/ 13679 w 13689"/>
              <a:gd name="connsiteY0" fmla="*/ 10446 h 20567"/>
              <a:gd name="connsiteX1" fmla="*/ 13655 w 13689"/>
              <a:gd name="connsiteY1" fmla="*/ 10632 h 20567"/>
              <a:gd name="connsiteX2" fmla="*/ 13484 w 13689"/>
              <a:gd name="connsiteY2" fmla="*/ 11091 h 20567"/>
              <a:gd name="connsiteX3" fmla="*/ 13431 w 13689"/>
              <a:gd name="connsiteY3" fmla="*/ 11234 h 20567"/>
              <a:gd name="connsiteX4" fmla="*/ 13371 w 13689"/>
              <a:gd name="connsiteY4" fmla="*/ 11290 h 20567"/>
              <a:gd name="connsiteX5" fmla="*/ 6842 w 13689"/>
              <a:gd name="connsiteY5" fmla="*/ 20567 h 20567"/>
              <a:gd name="connsiteX6" fmla="*/ 5524 w 13689"/>
              <a:gd name="connsiteY6" fmla="*/ 20567 h 20567"/>
              <a:gd name="connsiteX7" fmla="*/ 5524 w 13689"/>
              <a:gd name="connsiteY7" fmla="*/ 18694 h 20567"/>
              <a:gd name="connsiteX8" fmla="*/ 10506 w 13689"/>
              <a:gd name="connsiteY8" fmla="*/ 10970 h 20567"/>
              <a:gd name="connsiteX9" fmla="*/ 1688 w 13689"/>
              <a:gd name="connsiteY9" fmla="*/ 10988 h 20567"/>
              <a:gd name="connsiteX10" fmla="*/ 922 w 13689"/>
              <a:gd name="connsiteY10" fmla="*/ 9455 h 20567"/>
              <a:gd name="connsiteX11" fmla="*/ 10689 w 13689"/>
              <a:gd name="connsiteY11" fmla="*/ 9467 h 20567"/>
              <a:gd name="connsiteX12" fmla="*/ 5524 w 13689"/>
              <a:gd name="connsiteY12" fmla="*/ 1872 h 20567"/>
              <a:gd name="connsiteX13" fmla="*/ 5524 w 13689"/>
              <a:gd name="connsiteY13" fmla="*/ 0 h 20567"/>
              <a:gd name="connsiteX14" fmla="*/ 6842 w 13689"/>
              <a:gd name="connsiteY14" fmla="*/ 0 h 20567"/>
              <a:gd name="connsiteX15" fmla="*/ 13369 w 13689"/>
              <a:gd name="connsiteY15" fmla="*/ 9274 h 20567"/>
              <a:gd name="connsiteX16" fmla="*/ 13431 w 13689"/>
              <a:gd name="connsiteY16" fmla="*/ 9332 h 20567"/>
              <a:gd name="connsiteX17" fmla="*/ 13679 w 13689"/>
              <a:gd name="connsiteY17" fmla="*/ 10446 h 20567"/>
              <a:gd name="connsiteX0" fmla="*/ 13750 w 13760"/>
              <a:gd name="connsiteY0" fmla="*/ 10446 h 20567"/>
              <a:gd name="connsiteX1" fmla="*/ 13726 w 13760"/>
              <a:gd name="connsiteY1" fmla="*/ 10632 h 20567"/>
              <a:gd name="connsiteX2" fmla="*/ 13555 w 13760"/>
              <a:gd name="connsiteY2" fmla="*/ 11091 h 20567"/>
              <a:gd name="connsiteX3" fmla="*/ 13502 w 13760"/>
              <a:gd name="connsiteY3" fmla="*/ 11234 h 20567"/>
              <a:gd name="connsiteX4" fmla="*/ 13442 w 13760"/>
              <a:gd name="connsiteY4" fmla="*/ 11290 h 20567"/>
              <a:gd name="connsiteX5" fmla="*/ 6913 w 13760"/>
              <a:gd name="connsiteY5" fmla="*/ 20567 h 20567"/>
              <a:gd name="connsiteX6" fmla="*/ 5595 w 13760"/>
              <a:gd name="connsiteY6" fmla="*/ 20567 h 20567"/>
              <a:gd name="connsiteX7" fmla="*/ 5595 w 13760"/>
              <a:gd name="connsiteY7" fmla="*/ 18694 h 20567"/>
              <a:gd name="connsiteX8" fmla="*/ 10577 w 13760"/>
              <a:gd name="connsiteY8" fmla="*/ 10970 h 20567"/>
              <a:gd name="connsiteX9" fmla="*/ 1553 w 13760"/>
              <a:gd name="connsiteY9" fmla="*/ 11006 h 20567"/>
              <a:gd name="connsiteX10" fmla="*/ 993 w 13760"/>
              <a:gd name="connsiteY10" fmla="*/ 9455 h 20567"/>
              <a:gd name="connsiteX11" fmla="*/ 10760 w 13760"/>
              <a:gd name="connsiteY11" fmla="*/ 9467 h 20567"/>
              <a:gd name="connsiteX12" fmla="*/ 5595 w 13760"/>
              <a:gd name="connsiteY12" fmla="*/ 1872 h 20567"/>
              <a:gd name="connsiteX13" fmla="*/ 5595 w 13760"/>
              <a:gd name="connsiteY13" fmla="*/ 0 h 20567"/>
              <a:gd name="connsiteX14" fmla="*/ 6913 w 13760"/>
              <a:gd name="connsiteY14" fmla="*/ 0 h 20567"/>
              <a:gd name="connsiteX15" fmla="*/ 13440 w 13760"/>
              <a:gd name="connsiteY15" fmla="*/ 9274 h 20567"/>
              <a:gd name="connsiteX16" fmla="*/ 13502 w 13760"/>
              <a:gd name="connsiteY16" fmla="*/ 9332 h 20567"/>
              <a:gd name="connsiteX17" fmla="*/ 13750 w 13760"/>
              <a:gd name="connsiteY17" fmla="*/ 10446 h 20567"/>
              <a:gd name="connsiteX0" fmla="*/ 13472 w 13482"/>
              <a:gd name="connsiteY0" fmla="*/ 10446 h 20567"/>
              <a:gd name="connsiteX1" fmla="*/ 13448 w 13482"/>
              <a:gd name="connsiteY1" fmla="*/ 10632 h 20567"/>
              <a:gd name="connsiteX2" fmla="*/ 13277 w 13482"/>
              <a:gd name="connsiteY2" fmla="*/ 11091 h 20567"/>
              <a:gd name="connsiteX3" fmla="*/ 13224 w 13482"/>
              <a:gd name="connsiteY3" fmla="*/ 11234 h 20567"/>
              <a:gd name="connsiteX4" fmla="*/ 13164 w 13482"/>
              <a:gd name="connsiteY4" fmla="*/ 11290 h 20567"/>
              <a:gd name="connsiteX5" fmla="*/ 6635 w 13482"/>
              <a:gd name="connsiteY5" fmla="*/ 20567 h 20567"/>
              <a:gd name="connsiteX6" fmla="*/ 5317 w 13482"/>
              <a:gd name="connsiteY6" fmla="*/ 20567 h 20567"/>
              <a:gd name="connsiteX7" fmla="*/ 5317 w 13482"/>
              <a:gd name="connsiteY7" fmla="*/ 18694 h 20567"/>
              <a:gd name="connsiteX8" fmla="*/ 10299 w 13482"/>
              <a:gd name="connsiteY8" fmla="*/ 10970 h 20567"/>
              <a:gd name="connsiteX9" fmla="*/ 1275 w 13482"/>
              <a:gd name="connsiteY9" fmla="*/ 11006 h 20567"/>
              <a:gd name="connsiteX10" fmla="*/ 1195 w 13482"/>
              <a:gd name="connsiteY10" fmla="*/ 9543 h 20567"/>
              <a:gd name="connsiteX11" fmla="*/ 10482 w 13482"/>
              <a:gd name="connsiteY11" fmla="*/ 9467 h 20567"/>
              <a:gd name="connsiteX12" fmla="*/ 5317 w 13482"/>
              <a:gd name="connsiteY12" fmla="*/ 1872 h 20567"/>
              <a:gd name="connsiteX13" fmla="*/ 5317 w 13482"/>
              <a:gd name="connsiteY13" fmla="*/ 0 h 20567"/>
              <a:gd name="connsiteX14" fmla="*/ 6635 w 13482"/>
              <a:gd name="connsiteY14" fmla="*/ 0 h 20567"/>
              <a:gd name="connsiteX15" fmla="*/ 13162 w 13482"/>
              <a:gd name="connsiteY15" fmla="*/ 9274 h 20567"/>
              <a:gd name="connsiteX16" fmla="*/ 13224 w 13482"/>
              <a:gd name="connsiteY16" fmla="*/ 9332 h 20567"/>
              <a:gd name="connsiteX17" fmla="*/ 13472 w 13482"/>
              <a:gd name="connsiteY17" fmla="*/ 10446 h 20567"/>
              <a:gd name="connsiteX0" fmla="*/ 13489 w 13499"/>
              <a:gd name="connsiteY0" fmla="*/ 10446 h 20567"/>
              <a:gd name="connsiteX1" fmla="*/ 13465 w 13499"/>
              <a:gd name="connsiteY1" fmla="*/ 10632 h 20567"/>
              <a:gd name="connsiteX2" fmla="*/ 13294 w 13499"/>
              <a:gd name="connsiteY2" fmla="*/ 11091 h 20567"/>
              <a:gd name="connsiteX3" fmla="*/ 13241 w 13499"/>
              <a:gd name="connsiteY3" fmla="*/ 11234 h 20567"/>
              <a:gd name="connsiteX4" fmla="*/ 13181 w 13499"/>
              <a:gd name="connsiteY4" fmla="*/ 11290 h 20567"/>
              <a:gd name="connsiteX5" fmla="*/ 6652 w 13499"/>
              <a:gd name="connsiteY5" fmla="*/ 20567 h 20567"/>
              <a:gd name="connsiteX6" fmla="*/ 5334 w 13499"/>
              <a:gd name="connsiteY6" fmla="*/ 20567 h 20567"/>
              <a:gd name="connsiteX7" fmla="*/ 5334 w 13499"/>
              <a:gd name="connsiteY7" fmla="*/ 18694 h 20567"/>
              <a:gd name="connsiteX8" fmla="*/ 10316 w 13499"/>
              <a:gd name="connsiteY8" fmla="*/ 10970 h 20567"/>
              <a:gd name="connsiteX9" fmla="*/ 1292 w 13499"/>
              <a:gd name="connsiteY9" fmla="*/ 11006 h 20567"/>
              <a:gd name="connsiteX10" fmla="*/ 1178 w 13499"/>
              <a:gd name="connsiteY10" fmla="*/ 9455 h 20567"/>
              <a:gd name="connsiteX11" fmla="*/ 10499 w 13499"/>
              <a:gd name="connsiteY11" fmla="*/ 9467 h 20567"/>
              <a:gd name="connsiteX12" fmla="*/ 5334 w 13499"/>
              <a:gd name="connsiteY12" fmla="*/ 1872 h 20567"/>
              <a:gd name="connsiteX13" fmla="*/ 5334 w 13499"/>
              <a:gd name="connsiteY13" fmla="*/ 0 h 20567"/>
              <a:gd name="connsiteX14" fmla="*/ 6652 w 13499"/>
              <a:gd name="connsiteY14" fmla="*/ 0 h 20567"/>
              <a:gd name="connsiteX15" fmla="*/ 13179 w 13499"/>
              <a:gd name="connsiteY15" fmla="*/ 9274 h 20567"/>
              <a:gd name="connsiteX16" fmla="*/ 13241 w 13499"/>
              <a:gd name="connsiteY16" fmla="*/ 9332 h 20567"/>
              <a:gd name="connsiteX17" fmla="*/ 13489 w 13499"/>
              <a:gd name="connsiteY17" fmla="*/ 10446 h 20567"/>
              <a:gd name="connsiteX0" fmla="*/ 13489 w 13499"/>
              <a:gd name="connsiteY0" fmla="*/ 10446 h 20567"/>
              <a:gd name="connsiteX1" fmla="*/ 13465 w 13499"/>
              <a:gd name="connsiteY1" fmla="*/ 10632 h 20567"/>
              <a:gd name="connsiteX2" fmla="*/ 13294 w 13499"/>
              <a:gd name="connsiteY2" fmla="*/ 11091 h 20567"/>
              <a:gd name="connsiteX3" fmla="*/ 13241 w 13499"/>
              <a:gd name="connsiteY3" fmla="*/ 11234 h 20567"/>
              <a:gd name="connsiteX4" fmla="*/ 13181 w 13499"/>
              <a:gd name="connsiteY4" fmla="*/ 11290 h 20567"/>
              <a:gd name="connsiteX5" fmla="*/ 6652 w 13499"/>
              <a:gd name="connsiteY5" fmla="*/ 20567 h 20567"/>
              <a:gd name="connsiteX6" fmla="*/ 5334 w 13499"/>
              <a:gd name="connsiteY6" fmla="*/ 20567 h 20567"/>
              <a:gd name="connsiteX7" fmla="*/ 5334 w 13499"/>
              <a:gd name="connsiteY7" fmla="*/ 18694 h 20567"/>
              <a:gd name="connsiteX8" fmla="*/ 10316 w 13499"/>
              <a:gd name="connsiteY8" fmla="*/ 10970 h 20567"/>
              <a:gd name="connsiteX9" fmla="*/ 1292 w 13499"/>
              <a:gd name="connsiteY9" fmla="*/ 10953 h 20567"/>
              <a:gd name="connsiteX10" fmla="*/ 1178 w 13499"/>
              <a:gd name="connsiteY10" fmla="*/ 9455 h 20567"/>
              <a:gd name="connsiteX11" fmla="*/ 10499 w 13499"/>
              <a:gd name="connsiteY11" fmla="*/ 9467 h 20567"/>
              <a:gd name="connsiteX12" fmla="*/ 5334 w 13499"/>
              <a:gd name="connsiteY12" fmla="*/ 1872 h 20567"/>
              <a:gd name="connsiteX13" fmla="*/ 5334 w 13499"/>
              <a:gd name="connsiteY13" fmla="*/ 0 h 20567"/>
              <a:gd name="connsiteX14" fmla="*/ 6652 w 13499"/>
              <a:gd name="connsiteY14" fmla="*/ 0 h 20567"/>
              <a:gd name="connsiteX15" fmla="*/ 13179 w 13499"/>
              <a:gd name="connsiteY15" fmla="*/ 9274 h 20567"/>
              <a:gd name="connsiteX16" fmla="*/ 13241 w 13499"/>
              <a:gd name="connsiteY16" fmla="*/ 9332 h 20567"/>
              <a:gd name="connsiteX17" fmla="*/ 13489 w 13499"/>
              <a:gd name="connsiteY17" fmla="*/ 10446 h 20567"/>
              <a:gd name="connsiteX0" fmla="*/ 12833 w 12843"/>
              <a:gd name="connsiteY0" fmla="*/ 10446 h 20567"/>
              <a:gd name="connsiteX1" fmla="*/ 12809 w 12843"/>
              <a:gd name="connsiteY1" fmla="*/ 10632 h 20567"/>
              <a:gd name="connsiteX2" fmla="*/ 12638 w 12843"/>
              <a:gd name="connsiteY2" fmla="*/ 11091 h 20567"/>
              <a:gd name="connsiteX3" fmla="*/ 12585 w 12843"/>
              <a:gd name="connsiteY3" fmla="*/ 11234 h 20567"/>
              <a:gd name="connsiteX4" fmla="*/ 12525 w 12843"/>
              <a:gd name="connsiteY4" fmla="*/ 11290 h 20567"/>
              <a:gd name="connsiteX5" fmla="*/ 5996 w 12843"/>
              <a:gd name="connsiteY5" fmla="*/ 20567 h 20567"/>
              <a:gd name="connsiteX6" fmla="*/ 4678 w 12843"/>
              <a:gd name="connsiteY6" fmla="*/ 20567 h 20567"/>
              <a:gd name="connsiteX7" fmla="*/ 4678 w 12843"/>
              <a:gd name="connsiteY7" fmla="*/ 18694 h 20567"/>
              <a:gd name="connsiteX8" fmla="*/ 9660 w 12843"/>
              <a:gd name="connsiteY8" fmla="*/ 10970 h 20567"/>
              <a:gd name="connsiteX9" fmla="*/ 3243 w 12843"/>
              <a:gd name="connsiteY9" fmla="*/ 10940 h 20567"/>
              <a:gd name="connsiteX10" fmla="*/ 522 w 12843"/>
              <a:gd name="connsiteY10" fmla="*/ 9455 h 20567"/>
              <a:gd name="connsiteX11" fmla="*/ 9843 w 12843"/>
              <a:gd name="connsiteY11" fmla="*/ 9467 h 20567"/>
              <a:gd name="connsiteX12" fmla="*/ 4678 w 12843"/>
              <a:gd name="connsiteY12" fmla="*/ 1872 h 20567"/>
              <a:gd name="connsiteX13" fmla="*/ 4678 w 12843"/>
              <a:gd name="connsiteY13" fmla="*/ 0 h 20567"/>
              <a:gd name="connsiteX14" fmla="*/ 5996 w 12843"/>
              <a:gd name="connsiteY14" fmla="*/ 0 h 20567"/>
              <a:gd name="connsiteX15" fmla="*/ 12523 w 12843"/>
              <a:gd name="connsiteY15" fmla="*/ 9274 h 20567"/>
              <a:gd name="connsiteX16" fmla="*/ 12585 w 12843"/>
              <a:gd name="connsiteY16" fmla="*/ 9332 h 20567"/>
              <a:gd name="connsiteX17" fmla="*/ 12833 w 12843"/>
              <a:gd name="connsiteY17" fmla="*/ 10446 h 20567"/>
              <a:gd name="connsiteX0" fmla="*/ 10777 w 10787"/>
              <a:gd name="connsiteY0" fmla="*/ 10446 h 20567"/>
              <a:gd name="connsiteX1" fmla="*/ 10753 w 10787"/>
              <a:gd name="connsiteY1" fmla="*/ 10632 h 20567"/>
              <a:gd name="connsiteX2" fmla="*/ 10582 w 10787"/>
              <a:gd name="connsiteY2" fmla="*/ 11091 h 20567"/>
              <a:gd name="connsiteX3" fmla="*/ 10529 w 10787"/>
              <a:gd name="connsiteY3" fmla="*/ 11234 h 20567"/>
              <a:gd name="connsiteX4" fmla="*/ 10469 w 10787"/>
              <a:gd name="connsiteY4" fmla="*/ 11290 h 20567"/>
              <a:gd name="connsiteX5" fmla="*/ 3940 w 10787"/>
              <a:gd name="connsiteY5" fmla="*/ 20567 h 20567"/>
              <a:gd name="connsiteX6" fmla="*/ 2622 w 10787"/>
              <a:gd name="connsiteY6" fmla="*/ 20567 h 20567"/>
              <a:gd name="connsiteX7" fmla="*/ 2622 w 10787"/>
              <a:gd name="connsiteY7" fmla="*/ 18694 h 20567"/>
              <a:gd name="connsiteX8" fmla="*/ 7604 w 10787"/>
              <a:gd name="connsiteY8" fmla="*/ 10970 h 20567"/>
              <a:gd name="connsiteX9" fmla="*/ 1187 w 10787"/>
              <a:gd name="connsiteY9" fmla="*/ 10940 h 20567"/>
              <a:gd name="connsiteX10" fmla="*/ 1279 w 10787"/>
              <a:gd name="connsiteY10" fmla="*/ 9442 h 20567"/>
              <a:gd name="connsiteX11" fmla="*/ 7787 w 10787"/>
              <a:gd name="connsiteY11" fmla="*/ 9467 h 20567"/>
              <a:gd name="connsiteX12" fmla="*/ 2622 w 10787"/>
              <a:gd name="connsiteY12" fmla="*/ 1872 h 20567"/>
              <a:gd name="connsiteX13" fmla="*/ 2622 w 10787"/>
              <a:gd name="connsiteY13" fmla="*/ 0 h 20567"/>
              <a:gd name="connsiteX14" fmla="*/ 3940 w 10787"/>
              <a:gd name="connsiteY14" fmla="*/ 0 h 20567"/>
              <a:gd name="connsiteX15" fmla="*/ 10467 w 10787"/>
              <a:gd name="connsiteY15" fmla="*/ 9274 h 20567"/>
              <a:gd name="connsiteX16" fmla="*/ 10529 w 10787"/>
              <a:gd name="connsiteY16" fmla="*/ 9332 h 20567"/>
              <a:gd name="connsiteX17" fmla="*/ 10777 w 10787"/>
              <a:gd name="connsiteY17" fmla="*/ 10446 h 20567"/>
              <a:gd name="connsiteX0" fmla="*/ 0 w 9508"/>
              <a:gd name="connsiteY0" fmla="*/ 9442 h 20567"/>
              <a:gd name="connsiteX1" fmla="*/ 6508 w 9508"/>
              <a:gd name="connsiteY1" fmla="*/ 9467 h 20567"/>
              <a:gd name="connsiteX2" fmla="*/ 1343 w 9508"/>
              <a:gd name="connsiteY2" fmla="*/ 1872 h 20567"/>
              <a:gd name="connsiteX3" fmla="*/ 1343 w 9508"/>
              <a:gd name="connsiteY3" fmla="*/ 0 h 20567"/>
              <a:gd name="connsiteX4" fmla="*/ 2661 w 9508"/>
              <a:gd name="connsiteY4" fmla="*/ 0 h 20567"/>
              <a:gd name="connsiteX5" fmla="*/ 9188 w 9508"/>
              <a:gd name="connsiteY5" fmla="*/ 9274 h 20567"/>
              <a:gd name="connsiteX6" fmla="*/ 9250 w 9508"/>
              <a:gd name="connsiteY6" fmla="*/ 9332 h 20567"/>
              <a:gd name="connsiteX7" fmla="*/ 9498 w 9508"/>
              <a:gd name="connsiteY7" fmla="*/ 10446 h 20567"/>
              <a:gd name="connsiteX8" fmla="*/ 9474 w 9508"/>
              <a:gd name="connsiteY8" fmla="*/ 10632 h 20567"/>
              <a:gd name="connsiteX9" fmla="*/ 9303 w 9508"/>
              <a:gd name="connsiteY9" fmla="*/ 11091 h 20567"/>
              <a:gd name="connsiteX10" fmla="*/ 9250 w 9508"/>
              <a:gd name="connsiteY10" fmla="*/ 11234 h 20567"/>
              <a:gd name="connsiteX11" fmla="*/ 9190 w 9508"/>
              <a:gd name="connsiteY11" fmla="*/ 11290 h 20567"/>
              <a:gd name="connsiteX12" fmla="*/ 2661 w 9508"/>
              <a:gd name="connsiteY12" fmla="*/ 20567 h 20567"/>
              <a:gd name="connsiteX13" fmla="*/ 1343 w 9508"/>
              <a:gd name="connsiteY13" fmla="*/ 20567 h 20567"/>
              <a:gd name="connsiteX14" fmla="*/ 1343 w 9508"/>
              <a:gd name="connsiteY14" fmla="*/ 18694 h 20567"/>
              <a:gd name="connsiteX15" fmla="*/ 6325 w 9508"/>
              <a:gd name="connsiteY15" fmla="*/ 10970 h 20567"/>
              <a:gd name="connsiteX16" fmla="*/ 1225 w 9508"/>
              <a:gd name="connsiteY16" fmla="*/ 11421 h 20567"/>
              <a:gd name="connsiteX0" fmla="*/ 227 w 10227"/>
              <a:gd name="connsiteY0" fmla="*/ 4591 h 10000"/>
              <a:gd name="connsiteX1" fmla="*/ 7072 w 10227"/>
              <a:gd name="connsiteY1" fmla="*/ 4603 h 10000"/>
              <a:gd name="connsiteX2" fmla="*/ 1639 w 10227"/>
              <a:gd name="connsiteY2" fmla="*/ 910 h 10000"/>
              <a:gd name="connsiteX3" fmla="*/ 1639 w 10227"/>
              <a:gd name="connsiteY3" fmla="*/ 0 h 10000"/>
              <a:gd name="connsiteX4" fmla="*/ 3026 w 10227"/>
              <a:gd name="connsiteY4" fmla="*/ 0 h 10000"/>
              <a:gd name="connsiteX5" fmla="*/ 9890 w 10227"/>
              <a:gd name="connsiteY5" fmla="*/ 4509 h 10000"/>
              <a:gd name="connsiteX6" fmla="*/ 9956 w 10227"/>
              <a:gd name="connsiteY6" fmla="*/ 4537 h 10000"/>
              <a:gd name="connsiteX7" fmla="*/ 10216 w 10227"/>
              <a:gd name="connsiteY7" fmla="*/ 5079 h 10000"/>
              <a:gd name="connsiteX8" fmla="*/ 10191 w 10227"/>
              <a:gd name="connsiteY8" fmla="*/ 5169 h 10000"/>
              <a:gd name="connsiteX9" fmla="*/ 10011 w 10227"/>
              <a:gd name="connsiteY9" fmla="*/ 5393 h 10000"/>
              <a:gd name="connsiteX10" fmla="*/ 9956 w 10227"/>
              <a:gd name="connsiteY10" fmla="*/ 5462 h 10000"/>
              <a:gd name="connsiteX11" fmla="*/ 9893 w 10227"/>
              <a:gd name="connsiteY11" fmla="*/ 5489 h 10000"/>
              <a:gd name="connsiteX12" fmla="*/ 3026 w 10227"/>
              <a:gd name="connsiteY12" fmla="*/ 10000 h 10000"/>
              <a:gd name="connsiteX13" fmla="*/ 1639 w 10227"/>
              <a:gd name="connsiteY13" fmla="*/ 10000 h 10000"/>
              <a:gd name="connsiteX14" fmla="*/ 1639 w 10227"/>
              <a:gd name="connsiteY14" fmla="*/ 9089 h 10000"/>
              <a:gd name="connsiteX15" fmla="*/ 6879 w 10227"/>
              <a:gd name="connsiteY15" fmla="*/ 5334 h 10000"/>
              <a:gd name="connsiteX16" fmla="*/ 0 w 10227"/>
              <a:gd name="connsiteY16" fmla="*/ 5346 h 10000"/>
              <a:gd name="connsiteX0" fmla="*/ 191 w 10191"/>
              <a:gd name="connsiteY0" fmla="*/ 4591 h 10000"/>
              <a:gd name="connsiteX1" fmla="*/ 7036 w 10191"/>
              <a:gd name="connsiteY1" fmla="*/ 4603 h 10000"/>
              <a:gd name="connsiteX2" fmla="*/ 1603 w 10191"/>
              <a:gd name="connsiteY2" fmla="*/ 910 h 10000"/>
              <a:gd name="connsiteX3" fmla="*/ 1603 w 10191"/>
              <a:gd name="connsiteY3" fmla="*/ 0 h 10000"/>
              <a:gd name="connsiteX4" fmla="*/ 2990 w 10191"/>
              <a:gd name="connsiteY4" fmla="*/ 0 h 10000"/>
              <a:gd name="connsiteX5" fmla="*/ 9854 w 10191"/>
              <a:gd name="connsiteY5" fmla="*/ 4509 h 10000"/>
              <a:gd name="connsiteX6" fmla="*/ 9920 w 10191"/>
              <a:gd name="connsiteY6" fmla="*/ 4537 h 10000"/>
              <a:gd name="connsiteX7" fmla="*/ 10180 w 10191"/>
              <a:gd name="connsiteY7" fmla="*/ 5079 h 10000"/>
              <a:gd name="connsiteX8" fmla="*/ 10155 w 10191"/>
              <a:gd name="connsiteY8" fmla="*/ 5169 h 10000"/>
              <a:gd name="connsiteX9" fmla="*/ 9975 w 10191"/>
              <a:gd name="connsiteY9" fmla="*/ 5393 h 10000"/>
              <a:gd name="connsiteX10" fmla="*/ 9920 w 10191"/>
              <a:gd name="connsiteY10" fmla="*/ 5462 h 10000"/>
              <a:gd name="connsiteX11" fmla="*/ 9857 w 10191"/>
              <a:gd name="connsiteY11" fmla="*/ 5489 h 10000"/>
              <a:gd name="connsiteX12" fmla="*/ 2990 w 10191"/>
              <a:gd name="connsiteY12" fmla="*/ 10000 h 10000"/>
              <a:gd name="connsiteX13" fmla="*/ 1603 w 10191"/>
              <a:gd name="connsiteY13" fmla="*/ 10000 h 10000"/>
              <a:gd name="connsiteX14" fmla="*/ 1603 w 10191"/>
              <a:gd name="connsiteY14" fmla="*/ 9089 h 10000"/>
              <a:gd name="connsiteX15" fmla="*/ 6843 w 10191"/>
              <a:gd name="connsiteY15" fmla="*/ 5334 h 10000"/>
              <a:gd name="connsiteX16" fmla="*/ 0 w 10191"/>
              <a:gd name="connsiteY16" fmla="*/ 5328 h 10000"/>
              <a:gd name="connsiteX0" fmla="*/ 191 w 10191"/>
              <a:gd name="connsiteY0" fmla="*/ 4591 h 10000"/>
              <a:gd name="connsiteX1" fmla="*/ 7036 w 10191"/>
              <a:gd name="connsiteY1" fmla="*/ 4603 h 10000"/>
              <a:gd name="connsiteX2" fmla="*/ 1603 w 10191"/>
              <a:gd name="connsiteY2" fmla="*/ 910 h 10000"/>
              <a:gd name="connsiteX3" fmla="*/ 1603 w 10191"/>
              <a:gd name="connsiteY3" fmla="*/ 0 h 10000"/>
              <a:gd name="connsiteX4" fmla="*/ 2990 w 10191"/>
              <a:gd name="connsiteY4" fmla="*/ 0 h 10000"/>
              <a:gd name="connsiteX5" fmla="*/ 9854 w 10191"/>
              <a:gd name="connsiteY5" fmla="*/ 4509 h 10000"/>
              <a:gd name="connsiteX6" fmla="*/ 9920 w 10191"/>
              <a:gd name="connsiteY6" fmla="*/ 4537 h 10000"/>
              <a:gd name="connsiteX7" fmla="*/ 10180 w 10191"/>
              <a:gd name="connsiteY7" fmla="*/ 5079 h 10000"/>
              <a:gd name="connsiteX8" fmla="*/ 10155 w 10191"/>
              <a:gd name="connsiteY8" fmla="*/ 5169 h 10000"/>
              <a:gd name="connsiteX9" fmla="*/ 9975 w 10191"/>
              <a:gd name="connsiteY9" fmla="*/ 5393 h 10000"/>
              <a:gd name="connsiteX10" fmla="*/ 9920 w 10191"/>
              <a:gd name="connsiteY10" fmla="*/ 5462 h 10000"/>
              <a:gd name="connsiteX11" fmla="*/ 9857 w 10191"/>
              <a:gd name="connsiteY11" fmla="*/ 5489 h 10000"/>
              <a:gd name="connsiteX12" fmla="*/ 2990 w 10191"/>
              <a:gd name="connsiteY12" fmla="*/ 10000 h 10000"/>
              <a:gd name="connsiteX13" fmla="*/ 1603 w 10191"/>
              <a:gd name="connsiteY13" fmla="*/ 10000 h 10000"/>
              <a:gd name="connsiteX14" fmla="*/ 1603 w 10191"/>
              <a:gd name="connsiteY14" fmla="*/ 9089 h 10000"/>
              <a:gd name="connsiteX15" fmla="*/ 6843 w 10191"/>
              <a:gd name="connsiteY15" fmla="*/ 5334 h 10000"/>
              <a:gd name="connsiteX16" fmla="*/ 0 w 10191"/>
              <a:gd name="connsiteY16" fmla="*/ 5340 h 10000"/>
              <a:gd name="connsiteX0" fmla="*/ 119 w 10191"/>
              <a:gd name="connsiteY0" fmla="*/ 4609 h 10000"/>
              <a:gd name="connsiteX1" fmla="*/ 7036 w 10191"/>
              <a:gd name="connsiteY1" fmla="*/ 4603 h 10000"/>
              <a:gd name="connsiteX2" fmla="*/ 1603 w 10191"/>
              <a:gd name="connsiteY2" fmla="*/ 910 h 10000"/>
              <a:gd name="connsiteX3" fmla="*/ 1603 w 10191"/>
              <a:gd name="connsiteY3" fmla="*/ 0 h 10000"/>
              <a:gd name="connsiteX4" fmla="*/ 2990 w 10191"/>
              <a:gd name="connsiteY4" fmla="*/ 0 h 10000"/>
              <a:gd name="connsiteX5" fmla="*/ 9854 w 10191"/>
              <a:gd name="connsiteY5" fmla="*/ 4509 h 10000"/>
              <a:gd name="connsiteX6" fmla="*/ 9920 w 10191"/>
              <a:gd name="connsiteY6" fmla="*/ 4537 h 10000"/>
              <a:gd name="connsiteX7" fmla="*/ 10180 w 10191"/>
              <a:gd name="connsiteY7" fmla="*/ 5079 h 10000"/>
              <a:gd name="connsiteX8" fmla="*/ 10155 w 10191"/>
              <a:gd name="connsiteY8" fmla="*/ 5169 h 10000"/>
              <a:gd name="connsiteX9" fmla="*/ 9975 w 10191"/>
              <a:gd name="connsiteY9" fmla="*/ 5393 h 10000"/>
              <a:gd name="connsiteX10" fmla="*/ 9920 w 10191"/>
              <a:gd name="connsiteY10" fmla="*/ 5462 h 10000"/>
              <a:gd name="connsiteX11" fmla="*/ 9857 w 10191"/>
              <a:gd name="connsiteY11" fmla="*/ 5489 h 10000"/>
              <a:gd name="connsiteX12" fmla="*/ 2990 w 10191"/>
              <a:gd name="connsiteY12" fmla="*/ 10000 h 10000"/>
              <a:gd name="connsiteX13" fmla="*/ 1603 w 10191"/>
              <a:gd name="connsiteY13" fmla="*/ 10000 h 10000"/>
              <a:gd name="connsiteX14" fmla="*/ 1603 w 10191"/>
              <a:gd name="connsiteY14" fmla="*/ 9089 h 10000"/>
              <a:gd name="connsiteX15" fmla="*/ 6843 w 10191"/>
              <a:gd name="connsiteY15" fmla="*/ 5334 h 10000"/>
              <a:gd name="connsiteX16" fmla="*/ 0 w 10191"/>
              <a:gd name="connsiteY16" fmla="*/ 5340 h 10000"/>
              <a:gd name="connsiteX0" fmla="*/ 83 w 10191"/>
              <a:gd name="connsiteY0" fmla="*/ 4591 h 10000"/>
              <a:gd name="connsiteX1" fmla="*/ 7036 w 10191"/>
              <a:gd name="connsiteY1" fmla="*/ 4603 h 10000"/>
              <a:gd name="connsiteX2" fmla="*/ 1603 w 10191"/>
              <a:gd name="connsiteY2" fmla="*/ 910 h 10000"/>
              <a:gd name="connsiteX3" fmla="*/ 1603 w 10191"/>
              <a:gd name="connsiteY3" fmla="*/ 0 h 10000"/>
              <a:gd name="connsiteX4" fmla="*/ 2990 w 10191"/>
              <a:gd name="connsiteY4" fmla="*/ 0 h 10000"/>
              <a:gd name="connsiteX5" fmla="*/ 9854 w 10191"/>
              <a:gd name="connsiteY5" fmla="*/ 4509 h 10000"/>
              <a:gd name="connsiteX6" fmla="*/ 9920 w 10191"/>
              <a:gd name="connsiteY6" fmla="*/ 4537 h 10000"/>
              <a:gd name="connsiteX7" fmla="*/ 10180 w 10191"/>
              <a:gd name="connsiteY7" fmla="*/ 5079 h 10000"/>
              <a:gd name="connsiteX8" fmla="*/ 10155 w 10191"/>
              <a:gd name="connsiteY8" fmla="*/ 5169 h 10000"/>
              <a:gd name="connsiteX9" fmla="*/ 9975 w 10191"/>
              <a:gd name="connsiteY9" fmla="*/ 5393 h 10000"/>
              <a:gd name="connsiteX10" fmla="*/ 9920 w 10191"/>
              <a:gd name="connsiteY10" fmla="*/ 5462 h 10000"/>
              <a:gd name="connsiteX11" fmla="*/ 9857 w 10191"/>
              <a:gd name="connsiteY11" fmla="*/ 5489 h 10000"/>
              <a:gd name="connsiteX12" fmla="*/ 2990 w 10191"/>
              <a:gd name="connsiteY12" fmla="*/ 10000 h 10000"/>
              <a:gd name="connsiteX13" fmla="*/ 1603 w 10191"/>
              <a:gd name="connsiteY13" fmla="*/ 10000 h 10000"/>
              <a:gd name="connsiteX14" fmla="*/ 1603 w 10191"/>
              <a:gd name="connsiteY14" fmla="*/ 9089 h 10000"/>
              <a:gd name="connsiteX15" fmla="*/ 6843 w 10191"/>
              <a:gd name="connsiteY15" fmla="*/ 5334 h 10000"/>
              <a:gd name="connsiteX16" fmla="*/ 0 w 10191"/>
              <a:gd name="connsiteY16" fmla="*/ 534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191" h="10000" extrusionOk="0">
                <a:moveTo>
                  <a:pt x="83" y="4591"/>
                </a:moveTo>
                <a:lnTo>
                  <a:pt x="7036" y="4603"/>
                </a:lnTo>
                <a:lnTo>
                  <a:pt x="1603" y="910"/>
                </a:lnTo>
                <a:cubicBezTo>
                  <a:pt x="1221" y="659"/>
                  <a:pt x="1221" y="251"/>
                  <a:pt x="1603" y="0"/>
                </a:cubicBezTo>
                <a:cubicBezTo>
                  <a:pt x="1986" y="-251"/>
                  <a:pt x="2607" y="-251"/>
                  <a:pt x="2990" y="0"/>
                </a:cubicBezTo>
                <a:lnTo>
                  <a:pt x="9854" y="4509"/>
                </a:lnTo>
                <a:cubicBezTo>
                  <a:pt x="9874" y="4520"/>
                  <a:pt x="9901" y="4525"/>
                  <a:pt x="9920" y="4537"/>
                </a:cubicBezTo>
                <a:cubicBezTo>
                  <a:pt x="10146" y="4686"/>
                  <a:pt x="10222" y="4886"/>
                  <a:pt x="10180" y="5079"/>
                </a:cubicBezTo>
                <a:cubicBezTo>
                  <a:pt x="10176" y="5111"/>
                  <a:pt x="10167" y="5139"/>
                  <a:pt x="10155" y="5169"/>
                </a:cubicBezTo>
                <a:cubicBezTo>
                  <a:pt x="10119" y="5250"/>
                  <a:pt x="10060" y="5324"/>
                  <a:pt x="9975" y="5393"/>
                </a:cubicBezTo>
                <a:cubicBezTo>
                  <a:pt x="9950" y="5414"/>
                  <a:pt x="9950" y="5442"/>
                  <a:pt x="9920" y="5462"/>
                </a:cubicBezTo>
                <a:cubicBezTo>
                  <a:pt x="9901" y="5474"/>
                  <a:pt x="9877" y="5478"/>
                  <a:pt x="9857" y="5489"/>
                </a:cubicBezTo>
                <a:lnTo>
                  <a:pt x="2990" y="10000"/>
                </a:lnTo>
                <a:cubicBezTo>
                  <a:pt x="2607" y="10251"/>
                  <a:pt x="1986" y="10251"/>
                  <a:pt x="1603" y="10000"/>
                </a:cubicBezTo>
                <a:cubicBezTo>
                  <a:pt x="1221" y="9749"/>
                  <a:pt x="1221" y="9341"/>
                  <a:pt x="1603" y="9089"/>
                </a:cubicBezTo>
                <a:lnTo>
                  <a:pt x="6843" y="5334"/>
                </a:lnTo>
                <a:lnTo>
                  <a:pt x="0" y="5340"/>
                </a:lnTo>
              </a:path>
            </a:pathLst>
          </a:cu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83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EAS PRÓXIMA SEM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>
          <a:xfrm>
            <a:off x="0" y="505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Elipse 15"/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Shape 160"/>
          <p:cNvSpPr/>
          <p:nvPr userDrawn="1"/>
        </p:nvSpPr>
        <p:spPr>
          <a:xfrm rot="10800000">
            <a:off x="11521496" y="1752600"/>
            <a:ext cx="672715" cy="3911600"/>
          </a:xfrm>
          <a:custGeom>
            <a:avLst/>
            <a:gdLst>
              <a:gd name="connsiteX0" fmla="*/ 22028 w 22038"/>
              <a:gd name="connsiteY0" fmla="*/ 10446 h 20567"/>
              <a:gd name="connsiteX1" fmla="*/ 22004 w 22038"/>
              <a:gd name="connsiteY1" fmla="*/ 10632 h 20567"/>
              <a:gd name="connsiteX2" fmla="*/ 21833 w 22038"/>
              <a:gd name="connsiteY2" fmla="*/ 11091 h 20567"/>
              <a:gd name="connsiteX3" fmla="*/ 21780 w 22038"/>
              <a:gd name="connsiteY3" fmla="*/ 11234 h 20567"/>
              <a:gd name="connsiteX4" fmla="*/ 21720 w 22038"/>
              <a:gd name="connsiteY4" fmla="*/ 11290 h 20567"/>
              <a:gd name="connsiteX5" fmla="*/ 15191 w 22038"/>
              <a:gd name="connsiteY5" fmla="*/ 20567 h 20567"/>
              <a:gd name="connsiteX6" fmla="*/ 13873 w 22038"/>
              <a:gd name="connsiteY6" fmla="*/ 20567 h 20567"/>
              <a:gd name="connsiteX7" fmla="*/ 13873 w 22038"/>
              <a:gd name="connsiteY7" fmla="*/ 18694 h 20567"/>
              <a:gd name="connsiteX8" fmla="*/ 18855 w 22038"/>
              <a:gd name="connsiteY8" fmla="*/ 11617 h 20567"/>
              <a:gd name="connsiteX9" fmla="*/ 9088 w 22038"/>
              <a:gd name="connsiteY9" fmla="*/ 11617 h 20567"/>
              <a:gd name="connsiteX10" fmla="*/ 467 w 22038"/>
              <a:gd name="connsiteY10" fmla="*/ 10283 h 20567"/>
              <a:gd name="connsiteX11" fmla="*/ 1405 w 22038"/>
              <a:gd name="connsiteY11" fmla="*/ 8950 h 20567"/>
              <a:gd name="connsiteX12" fmla="*/ 18855 w 22038"/>
              <a:gd name="connsiteY12" fmla="*/ 8950 h 20567"/>
              <a:gd name="connsiteX13" fmla="*/ 13873 w 22038"/>
              <a:gd name="connsiteY13" fmla="*/ 1872 h 20567"/>
              <a:gd name="connsiteX14" fmla="*/ 13873 w 22038"/>
              <a:gd name="connsiteY14" fmla="*/ 0 h 20567"/>
              <a:gd name="connsiteX15" fmla="*/ 15191 w 22038"/>
              <a:gd name="connsiteY15" fmla="*/ 0 h 20567"/>
              <a:gd name="connsiteX16" fmla="*/ 21718 w 22038"/>
              <a:gd name="connsiteY16" fmla="*/ 9274 h 20567"/>
              <a:gd name="connsiteX17" fmla="*/ 21780 w 22038"/>
              <a:gd name="connsiteY17" fmla="*/ 9332 h 20567"/>
              <a:gd name="connsiteX18" fmla="*/ 22028 w 22038"/>
              <a:gd name="connsiteY18" fmla="*/ 10446 h 20567"/>
              <a:gd name="connsiteX0" fmla="*/ 21561 w 21571"/>
              <a:gd name="connsiteY0" fmla="*/ 10446 h 20567"/>
              <a:gd name="connsiteX1" fmla="*/ 21537 w 21571"/>
              <a:gd name="connsiteY1" fmla="*/ 10632 h 20567"/>
              <a:gd name="connsiteX2" fmla="*/ 21366 w 21571"/>
              <a:gd name="connsiteY2" fmla="*/ 11091 h 20567"/>
              <a:gd name="connsiteX3" fmla="*/ 21313 w 21571"/>
              <a:gd name="connsiteY3" fmla="*/ 11234 h 20567"/>
              <a:gd name="connsiteX4" fmla="*/ 21253 w 21571"/>
              <a:gd name="connsiteY4" fmla="*/ 11290 h 20567"/>
              <a:gd name="connsiteX5" fmla="*/ 14724 w 21571"/>
              <a:gd name="connsiteY5" fmla="*/ 20567 h 20567"/>
              <a:gd name="connsiteX6" fmla="*/ 13406 w 21571"/>
              <a:gd name="connsiteY6" fmla="*/ 20567 h 20567"/>
              <a:gd name="connsiteX7" fmla="*/ 13406 w 21571"/>
              <a:gd name="connsiteY7" fmla="*/ 18694 h 20567"/>
              <a:gd name="connsiteX8" fmla="*/ 18388 w 21571"/>
              <a:gd name="connsiteY8" fmla="*/ 11617 h 20567"/>
              <a:gd name="connsiteX9" fmla="*/ 8621 w 21571"/>
              <a:gd name="connsiteY9" fmla="*/ 11617 h 20567"/>
              <a:gd name="connsiteX10" fmla="*/ 0 w 21571"/>
              <a:gd name="connsiteY10" fmla="*/ 10283 h 20567"/>
              <a:gd name="connsiteX11" fmla="*/ 8621 w 21571"/>
              <a:gd name="connsiteY11" fmla="*/ 8950 h 20567"/>
              <a:gd name="connsiteX12" fmla="*/ 18388 w 21571"/>
              <a:gd name="connsiteY12" fmla="*/ 8950 h 20567"/>
              <a:gd name="connsiteX13" fmla="*/ 13406 w 21571"/>
              <a:gd name="connsiteY13" fmla="*/ 1872 h 20567"/>
              <a:gd name="connsiteX14" fmla="*/ 13406 w 21571"/>
              <a:gd name="connsiteY14" fmla="*/ 0 h 20567"/>
              <a:gd name="connsiteX15" fmla="*/ 14724 w 21571"/>
              <a:gd name="connsiteY15" fmla="*/ 0 h 20567"/>
              <a:gd name="connsiteX16" fmla="*/ 21251 w 21571"/>
              <a:gd name="connsiteY16" fmla="*/ 9274 h 20567"/>
              <a:gd name="connsiteX17" fmla="*/ 21313 w 21571"/>
              <a:gd name="connsiteY17" fmla="*/ 9332 h 20567"/>
              <a:gd name="connsiteX18" fmla="*/ 21561 w 21571"/>
              <a:gd name="connsiteY18" fmla="*/ 10446 h 20567"/>
              <a:gd name="connsiteX0" fmla="*/ 13240 w 13250"/>
              <a:gd name="connsiteY0" fmla="*/ 10446 h 20567"/>
              <a:gd name="connsiteX1" fmla="*/ 13216 w 13250"/>
              <a:gd name="connsiteY1" fmla="*/ 10632 h 20567"/>
              <a:gd name="connsiteX2" fmla="*/ 13045 w 13250"/>
              <a:gd name="connsiteY2" fmla="*/ 11091 h 20567"/>
              <a:gd name="connsiteX3" fmla="*/ 12992 w 13250"/>
              <a:gd name="connsiteY3" fmla="*/ 11234 h 20567"/>
              <a:gd name="connsiteX4" fmla="*/ 12932 w 13250"/>
              <a:gd name="connsiteY4" fmla="*/ 11290 h 20567"/>
              <a:gd name="connsiteX5" fmla="*/ 6403 w 13250"/>
              <a:gd name="connsiteY5" fmla="*/ 20567 h 20567"/>
              <a:gd name="connsiteX6" fmla="*/ 5085 w 13250"/>
              <a:gd name="connsiteY6" fmla="*/ 20567 h 20567"/>
              <a:gd name="connsiteX7" fmla="*/ 5085 w 13250"/>
              <a:gd name="connsiteY7" fmla="*/ 18694 h 20567"/>
              <a:gd name="connsiteX8" fmla="*/ 10067 w 13250"/>
              <a:gd name="connsiteY8" fmla="*/ 11617 h 20567"/>
              <a:gd name="connsiteX9" fmla="*/ 300 w 13250"/>
              <a:gd name="connsiteY9" fmla="*/ 11617 h 20567"/>
              <a:gd name="connsiteX10" fmla="*/ 94 w 13250"/>
              <a:gd name="connsiteY10" fmla="*/ 10283 h 20567"/>
              <a:gd name="connsiteX11" fmla="*/ 300 w 13250"/>
              <a:gd name="connsiteY11" fmla="*/ 8950 h 20567"/>
              <a:gd name="connsiteX12" fmla="*/ 10067 w 13250"/>
              <a:gd name="connsiteY12" fmla="*/ 8950 h 20567"/>
              <a:gd name="connsiteX13" fmla="*/ 5085 w 13250"/>
              <a:gd name="connsiteY13" fmla="*/ 1872 h 20567"/>
              <a:gd name="connsiteX14" fmla="*/ 5085 w 13250"/>
              <a:gd name="connsiteY14" fmla="*/ 0 h 20567"/>
              <a:gd name="connsiteX15" fmla="*/ 6403 w 13250"/>
              <a:gd name="connsiteY15" fmla="*/ 0 h 20567"/>
              <a:gd name="connsiteX16" fmla="*/ 12930 w 13250"/>
              <a:gd name="connsiteY16" fmla="*/ 9274 h 20567"/>
              <a:gd name="connsiteX17" fmla="*/ 12992 w 13250"/>
              <a:gd name="connsiteY17" fmla="*/ 9332 h 20567"/>
              <a:gd name="connsiteX18" fmla="*/ 13240 w 13250"/>
              <a:gd name="connsiteY18" fmla="*/ 10446 h 20567"/>
              <a:gd name="connsiteX0" fmla="*/ 12940 w 12950"/>
              <a:gd name="connsiteY0" fmla="*/ 10446 h 20567"/>
              <a:gd name="connsiteX1" fmla="*/ 12916 w 12950"/>
              <a:gd name="connsiteY1" fmla="*/ 10632 h 20567"/>
              <a:gd name="connsiteX2" fmla="*/ 12745 w 12950"/>
              <a:gd name="connsiteY2" fmla="*/ 11091 h 20567"/>
              <a:gd name="connsiteX3" fmla="*/ 12692 w 12950"/>
              <a:gd name="connsiteY3" fmla="*/ 11234 h 20567"/>
              <a:gd name="connsiteX4" fmla="*/ 12632 w 12950"/>
              <a:gd name="connsiteY4" fmla="*/ 11290 h 20567"/>
              <a:gd name="connsiteX5" fmla="*/ 6103 w 12950"/>
              <a:gd name="connsiteY5" fmla="*/ 20567 h 20567"/>
              <a:gd name="connsiteX6" fmla="*/ 4785 w 12950"/>
              <a:gd name="connsiteY6" fmla="*/ 20567 h 20567"/>
              <a:gd name="connsiteX7" fmla="*/ 4785 w 12950"/>
              <a:gd name="connsiteY7" fmla="*/ 18694 h 20567"/>
              <a:gd name="connsiteX8" fmla="*/ 9767 w 12950"/>
              <a:gd name="connsiteY8" fmla="*/ 11617 h 20567"/>
              <a:gd name="connsiteX9" fmla="*/ 0 w 12950"/>
              <a:gd name="connsiteY9" fmla="*/ 11617 h 20567"/>
              <a:gd name="connsiteX10" fmla="*/ 0 w 12950"/>
              <a:gd name="connsiteY10" fmla="*/ 8950 h 20567"/>
              <a:gd name="connsiteX11" fmla="*/ 9767 w 12950"/>
              <a:gd name="connsiteY11" fmla="*/ 8950 h 20567"/>
              <a:gd name="connsiteX12" fmla="*/ 4785 w 12950"/>
              <a:gd name="connsiteY12" fmla="*/ 1872 h 20567"/>
              <a:gd name="connsiteX13" fmla="*/ 4785 w 12950"/>
              <a:gd name="connsiteY13" fmla="*/ 0 h 20567"/>
              <a:gd name="connsiteX14" fmla="*/ 6103 w 12950"/>
              <a:gd name="connsiteY14" fmla="*/ 0 h 20567"/>
              <a:gd name="connsiteX15" fmla="*/ 12630 w 12950"/>
              <a:gd name="connsiteY15" fmla="*/ 9274 h 20567"/>
              <a:gd name="connsiteX16" fmla="*/ 12692 w 12950"/>
              <a:gd name="connsiteY16" fmla="*/ 9332 h 20567"/>
              <a:gd name="connsiteX17" fmla="*/ 12940 w 12950"/>
              <a:gd name="connsiteY17" fmla="*/ 10446 h 20567"/>
              <a:gd name="connsiteX0" fmla="*/ 12940 w 12950"/>
              <a:gd name="connsiteY0" fmla="*/ 10446 h 20567"/>
              <a:gd name="connsiteX1" fmla="*/ 12916 w 12950"/>
              <a:gd name="connsiteY1" fmla="*/ 10632 h 20567"/>
              <a:gd name="connsiteX2" fmla="*/ 12745 w 12950"/>
              <a:gd name="connsiteY2" fmla="*/ 11091 h 20567"/>
              <a:gd name="connsiteX3" fmla="*/ 12692 w 12950"/>
              <a:gd name="connsiteY3" fmla="*/ 11234 h 20567"/>
              <a:gd name="connsiteX4" fmla="*/ 12632 w 12950"/>
              <a:gd name="connsiteY4" fmla="*/ 11290 h 20567"/>
              <a:gd name="connsiteX5" fmla="*/ 6103 w 12950"/>
              <a:gd name="connsiteY5" fmla="*/ 20567 h 20567"/>
              <a:gd name="connsiteX6" fmla="*/ 4785 w 12950"/>
              <a:gd name="connsiteY6" fmla="*/ 20567 h 20567"/>
              <a:gd name="connsiteX7" fmla="*/ 4785 w 12950"/>
              <a:gd name="connsiteY7" fmla="*/ 18694 h 20567"/>
              <a:gd name="connsiteX8" fmla="*/ 9767 w 12950"/>
              <a:gd name="connsiteY8" fmla="*/ 11617 h 20567"/>
              <a:gd name="connsiteX9" fmla="*/ 0 w 12950"/>
              <a:gd name="connsiteY9" fmla="*/ 11617 h 20567"/>
              <a:gd name="connsiteX10" fmla="*/ 0 w 12950"/>
              <a:gd name="connsiteY10" fmla="*/ 8950 h 20567"/>
              <a:gd name="connsiteX11" fmla="*/ 9950 w 12950"/>
              <a:gd name="connsiteY11" fmla="*/ 9467 h 20567"/>
              <a:gd name="connsiteX12" fmla="*/ 4785 w 12950"/>
              <a:gd name="connsiteY12" fmla="*/ 1872 h 20567"/>
              <a:gd name="connsiteX13" fmla="*/ 4785 w 12950"/>
              <a:gd name="connsiteY13" fmla="*/ 0 h 20567"/>
              <a:gd name="connsiteX14" fmla="*/ 6103 w 12950"/>
              <a:gd name="connsiteY14" fmla="*/ 0 h 20567"/>
              <a:gd name="connsiteX15" fmla="*/ 12630 w 12950"/>
              <a:gd name="connsiteY15" fmla="*/ 9274 h 20567"/>
              <a:gd name="connsiteX16" fmla="*/ 12692 w 12950"/>
              <a:gd name="connsiteY16" fmla="*/ 9332 h 20567"/>
              <a:gd name="connsiteX17" fmla="*/ 12940 w 12950"/>
              <a:gd name="connsiteY17" fmla="*/ 10446 h 20567"/>
              <a:gd name="connsiteX0" fmla="*/ 13993 w 14003"/>
              <a:gd name="connsiteY0" fmla="*/ 10446 h 20567"/>
              <a:gd name="connsiteX1" fmla="*/ 13969 w 14003"/>
              <a:gd name="connsiteY1" fmla="*/ 10632 h 20567"/>
              <a:gd name="connsiteX2" fmla="*/ 13798 w 14003"/>
              <a:gd name="connsiteY2" fmla="*/ 11091 h 20567"/>
              <a:gd name="connsiteX3" fmla="*/ 13745 w 14003"/>
              <a:gd name="connsiteY3" fmla="*/ 11234 h 20567"/>
              <a:gd name="connsiteX4" fmla="*/ 13685 w 14003"/>
              <a:gd name="connsiteY4" fmla="*/ 11290 h 20567"/>
              <a:gd name="connsiteX5" fmla="*/ 7156 w 14003"/>
              <a:gd name="connsiteY5" fmla="*/ 20567 h 20567"/>
              <a:gd name="connsiteX6" fmla="*/ 5838 w 14003"/>
              <a:gd name="connsiteY6" fmla="*/ 20567 h 20567"/>
              <a:gd name="connsiteX7" fmla="*/ 5838 w 14003"/>
              <a:gd name="connsiteY7" fmla="*/ 18694 h 20567"/>
              <a:gd name="connsiteX8" fmla="*/ 10820 w 14003"/>
              <a:gd name="connsiteY8" fmla="*/ 11617 h 20567"/>
              <a:gd name="connsiteX9" fmla="*/ 1053 w 14003"/>
              <a:gd name="connsiteY9" fmla="*/ 11617 h 20567"/>
              <a:gd name="connsiteX10" fmla="*/ 1419 w 14003"/>
              <a:gd name="connsiteY10" fmla="*/ 9079 h 20567"/>
              <a:gd name="connsiteX11" fmla="*/ 11003 w 14003"/>
              <a:gd name="connsiteY11" fmla="*/ 9467 h 20567"/>
              <a:gd name="connsiteX12" fmla="*/ 5838 w 14003"/>
              <a:gd name="connsiteY12" fmla="*/ 1872 h 20567"/>
              <a:gd name="connsiteX13" fmla="*/ 5838 w 14003"/>
              <a:gd name="connsiteY13" fmla="*/ 0 h 20567"/>
              <a:gd name="connsiteX14" fmla="*/ 7156 w 14003"/>
              <a:gd name="connsiteY14" fmla="*/ 0 h 20567"/>
              <a:gd name="connsiteX15" fmla="*/ 13683 w 14003"/>
              <a:gd name="connsiteY15" fmla="*/ 9274 h 20567"/>
              <a:gd name="connsiteX16" fmla="*/ 13745 w 14003"/>
              <a:gd name="connsiteY16" fmla="*/ 9332 h 20567"/>
              <a:gd name="connsiteX17" fmla="*/ 13993 w 14003"/>
              <a:gd name="connsiteY17" fmla="*/ 10446 h 20567"/>
              <a:gd name="connsiteX0" fmla="*/ 13993 w 14003"/>
              <a:gd name="connsiteY0" fmla="*/ 10446 h 20567"/>
              <a:gd name="connsiteX1" fmla="*/ 13969 w 14003"/>
              <a:gd name="connsiteY1" fmla="*/ 10632 h 20567"/>
              <a:gd name="connsiteX2" fmla="*/ 13798 w 14003"/>
              <a:gd name="connsiteY2" fmla="*/ 11091 h 20567"/>
              <a:gd name="connsiteX3" fmla="*/ 13745 w 14003"/>
              <a:gd name="connsiteY3" fmla="*/ 11234 h 20567"/>
              <a:gd name="connsiteX4" fmla="*/ 13685 w 14003"/>
              <a:gd name="connsiteY4" fmla="*/ 11290 h 20567"/>
              <a:gd name="connsiteX5" fmla="*/ 7156 w 14003"/>
              <a:gd name="connsiteY5" fmla="*/ 20567 h 20567"/>
              <a:gd name="connsiteX6" fmla="*/ 5838 w 14003"/>
              <a:gd name="connsiteY6" fmla="*/ 20567 h 20567"/>
              <a:gd name="connsiteX7" fmla="*/ 5838 w 14003"/>
              <a:gd name="connsiteY7" fmla="*/ 18694 h 20567"/>
              <a:gd name="connsiteX8" fmla="*/ 10820 w 14003"/>
              <a:gd name="connsiteY8" fmla="*/ 10970 h 20567"/>
              <a:gd name="connsiteX9" fmla="*/ 1053 w 14003"/>
              <a:gd name="connsiteY9" fmla="*/ 11617 h 20567"/>
              <a:gd name="connsiteX10" fmla="*/ 1419 w 14003"/>
              <a:gd name="connsiteY10" fmla="*/ 9079 h 20567"/>
              <a:gd name="connsiteX11" fmla="*/ 11003 w 14003"/>
              <a:gd name="connsiteY11" fmla="*/ 9467 h 20567"/>
              <a:gd name="connsiteX12" fmla="*/ 5838 w 14003"/>
              <a:gd name="connsiteY12" fmla="*/ 1872 h 20567"/>
              <a:gd name="connsiteX13" fmla="*/ 5838 w 14003"/>
              <a:gd name="connsiteY13" fmla="*/ 0 h 20567"/>
              <a:gd name="connsiteX14" fmla="*/ 7156 w 14003"/>
              <a:gd name="connsiteY14" fmla="*/ 0 h 20567"/>
              <a:gd name="connsiteX15" fmla="*/ 13683 w 14003"/>
              <a:gd name="connsiteY15" fmla="*/ 9274 h 20567"/>
              <a:gd name="connsiteX16" fmla="*/ 13745 w 14003"/>
              <a:gd name="connsiteY16" fmla="*/ 9332 h 20567"/>
              <a:gd name="connsiteX17" fmla="*/ 13993 w 14003"/>
              <a:gd name="connsiteY17" fmla="*/ 10446 h 20567"/>
              <a:gd name="connsiteX0" fmla="*/ 13993 w 14003"/>
              <a:gd name="connsiteY0" fmla="*/ 10446 h 20567"/>
              <a:gd name="connsiteX1" fmla="*/ 13969 w 14003"/>
              <a:gd name="connsiteY1" fmla="*/ 10632 h 20567"/>
              <a:gd name="connsiteX2" fmla="*/ 13798 w 14003"/>
              <a:gd name="connsiteY2" fmla="*/ 11091 h 20567"/>
              <a:gd name="connsiteX3" fmla="*/ 13745 w 14003"/>
              <a:gd name="connsiteY3" fmla="*/ 11234 h 20567"/>
              <a:gd name="connsiteX4" fmla="*/ 13685 w 14003"/>
              <a:gd name="connsiteY4" fmla="*/ 11290 h 20567"/>
              <a:gd name="connsiteX5" fmla="*/ 7156 w 14003"/>
              <a:gd name="connsiteY5" fmla="*/ 20567 h 20567"/>
              <a:gd name="connsiteX6" fmla="*/ 5838 w 14003"/>
              <a:gd name="connsiteY6" fmla="*/ 20567 h 20567"/>
              <a:gd name="connsiteX7" fmla="*/ 5838 w 14003"/>
              <a:gd name="connsiteY7" fmla="*/ 18694 h 20567"/>
              <a:gd name="connsiteX8" fmla="*/ 10820 w 14003"/>
              <a:gd name="connsiteY8" fmla="*/ 10970 h 20567"/>
              <a:gd name="connsiteX9" fmla="*/ 1053 w 14003"/>
              <a:gd name="connsiteY9" fmla="*/ 10712 h 20567"/>
              <a:gd name="connsiteX10" fmla="*/ 1419 w 14003"/>
              <a:gd name="connsiteY10" fmla="*/ 9079 h 20567"/>
              <a:gd name="connsiteX11" fmla="*/ 11003 w 14003"/>
              <a:gd name="connsiteY11" fmla="*/ 9467 h 20567"/>
              <a:gd name="connsiteX12" fmla="*/ 5838 w 14003"/>
              <a:gd name="connsiteY12" fmla="*/ 1872 h 20567"/>
              <a:gd name="connsiteX13" fmla="*/ 5838 w 14003"/>
              <a:gd name="connsiteY13" fmla="*/ 0 h 20567"/>
              <a:gd name="connsiteX14" fmla="*/ 7156 w 14003"/>
              <a:gd name="connsiteY14" fmla="*/ 0 h 20567"/>
              <a:gd name="connsiteX15" fmla="*/ 13683 w 14003"/>
              <a:gd name="connsiteY15" fmla="*/ 9274 h 20567"/>
              <a:gd name="connsiteX16" fmla="*/ 13745 w 14003"/>
              <a:gd name="connsiteY16" fmla="*/ 9332 h 20567"/>
              <a:gd name="connsiteX17" fmla="*/ 13993 w 14003"/>
              <a:gd name="connsiteY17" fmla="*/ 10446 h 20567"/>
              <a:gd name="connsiteX0" fmla="*/ 13993 w 14003"/>
              <a:gd name="connsiteY0" fmla="*/ 10446 h 20567"/>
              <a:gd name="connsiteX1" fmla="*/ 13969 w 14003"/>
              <a:gd name="connsiteY1" fmla="*/ 10632 h 20567"/>
              <a:gd name="connsiteX2" fmla="*/ 13798 w 14003"/>
              <a:gd name="connsiteY2" fmla="*/ 11091 h 20567"/>
              <a:gd name="connsiteX3" fmla="*/ 13745 w 14003"/>
              <a:gd name="connsiteY3" fmla="*/ 11234 h 20567"/>
              <a:gd name="connsiteX4" fmla="*/ 13685 w 14003"/>
              <a:gd name="connsiteY4" fmla="*/ 11290 h 20567"/>
              <a:gd name="connsiteX5" fmla="*/ 7156 w 14003"/>
              <a:gd name="connsiteY5" fmla="*/ 20567 h 20567"/>
              <a:gd name="connsiteX6" fmla="*/ 5838 w 14003"/>
              <a:gd name="connsiteY6" fmla="*/ 20567 h 20567"/>
              <a:gd name="connsiteX7" fmla="*/ 5838 w 14003"/>
              <a:gd name="connsiteY7" fmla="*/ 18694 h 20567"/>
              <a:gd name="connsiteX8" fmla="*/ 10820 w 14003"/>
              <a:gd name="connsiteY8" fmla="*/ 10970 h 20567"/>
              <a:gd name="connsiteX9" fmla="*/ 1053 w 14003"/>
              <a:gd name="connsiteY9" fmla="*/ 10712 h 20567"/>
              <a:gd name="connsiteX10" fmla="*/ 1419 w 14003"/>
              <a:gd name="connsiteY10" fmla="*/ 9361 h 20567"/>
              <a:gd name="connsiteX11" fmla="*/ 11003 w 14003"/>
              <a:gd name="connsiteY11" fmla="*/ 9467 h 20567"/>
              <a:gd name="connsiteX12" fmla="*/ 5838 w 14003"/>
              <a:gd name="connsiteY12" fmla="*/ 1872 h 20567"/>
              <a:gd name="connsiteX13" fmla="*/ 5838 w 14003"/>
              <a:gd name="connsiteY13" fmla="*/ 0 h 20567"/>
              <a:gd name="connsiteX14" fmla="*/ 7156 w 14003"/>
              <a:gd name="connsiteY14" fmla="*/ 0 h 20567"/>
              <a:gd name="connsiteX15" fmla="*/ 13683 w 14003"/>
              <a:gd name="connsiteY15" fmla="*/ 9274 h 20567"/>
              <a:gd name="connsiteX16" fmla="*/ 13745 w 14003"/>
              <a:gd name="connsiteY16" fmla="*/ 9332 h 20567"/>
              <a:gd name="connsiteX17" fmla="*/ 13993 w 14003"/>
              <a:gd name="connsiteY17" fmla="*/ 10446 h 20567"/>
              <a:gd name="connsiteX0" fmla="*/ 14220 w 14230"/>
              <a:gd name="connsiteY0" fmla="*/ 10446 h 20567"/>
              <a:gd name="connsiteX1" fmla="*/ 14196 w 14230"/>
              <a:gd name="connsiteY1" fmla="*/ 10632 h 20567"/>
              <a:gd name="connsiteX2" fmla="*/ 14025 w 14230"/>
              <a:gd name="connsiteY2" fmla="*/ 11091 h 20567"/>
              <a:gd name="connsiteX3" fmla="*/ 13972 w 14230"/>
              <a:gd name="connsiteY3" fmla="*/ 11234 h 20567"/>
              <a:gd name="connsiteX4" fmla="*/ 13912 w 14230"/>
              <a:gd name="connsiteY4" fmla="*/ 11290 h 20567"/>
              <a:gd name="connsiteX5" fmla="*/ 7383 w 14230"/>
              <a:gd name="connsiteY5" fmla="*/ 20567 h 20567"/>
              <a:gd name="connsiteX6" fmla="*/ 6065 w 14230"/>
              <a:gd name="connsiteY6" fmla="*/ 20567 h 20567"/>
              <a:gd name="connsiteX7" fmla="*/ 6065 w 14230"/>
              <a:gd name="connsiteY7" fmla="*/ 18694 h 20567"/>
              <a:gd name="connsiteX8" fmla="*/ 11047 w 14230"/>
              <a:gd name="connsiteY8" fmla="*/ 10970 h 20567"/>
              <a:gd name="connsiteX9" fmla="*/ 914 w 14230"/>
              <a:gd name="connsiteY9" fmla="*/ 11088 h 20567"/>
              <a:gd name="connsiteX10" fmla="*/ 1646 w 14230"/>
              <a:gd name="connsiteY10" fmla="*/ 9361 h 20567"/>
              <a:gd name="connsiteX11" fmla="*/ 11230 w 14230"/>
              <a:gd name="connsiteY11" fmla="*/ 9467 h 20567"/>
              <a:gd name="connsiteX12" fmla="*/ 6065 w 14230"/>
              <a:gd name="connsiteY12" fmla="*/ 1872 h 20567"/>
              <a:gd name="connsiteX13" fmla="*/ 6065 w 14230"/>
              <a:gd name="connsiteY13" fmla="*/ 0 h 20567"/>
              <a:gd name="connsiteX14" fmla="*/ 7383 w 14230"/>
              <a:gd name="connsiteY14" fmla="*/ 0 h 20567"/>
              <a:gd name="connsiteX15" fmla="*/ 13910 w 14230"/>
              <a:gd name="connsiteY15" fmla="*/ 9274 h 20567"/>
              <a:gd name="connsiteX16" fmla="*/ 13972 w 14230"/>
              <a:gd name="connsiteY16" fmla="*/ 9332 h 20567"/>
              <a:gd name="connsiteX17" fmla="*/ 14220 w 14230"/>
              <a:gd name="connsiteY17" fmla="*/ 10446 h 20567"/>
              <a:gd name="connsiteX0" fmla="*/ 14220 w 14230"/>
              <a:gd name="connsiteY0" fmla="*/ 10446 h 20567"/>
              <a:gd name="connsiteX1" fmla="*/ 14196 w 14230"/>
              <a:gd name="connsiteY1" fmla="*/ 10632 h 20567"/>
              <a:gd name="connsiteX2" fmla="*/ 14025 w 14230"/>
              <a:gd name="connsiteY2" fmla="*/ 11091 h 20567"/>
              <a:gd name="connsiteX3" fmla="*/ 13972 w 14230"/>
              <a:gd name="connsiteY3" fmla="*/ 11234 h 20567"/>
              <a:gd name="connsiteX4" fmla="*/ 13912 w 14230"/>
              <a:gd name="connsiteY4" fmla="*/ 11290 h 20567"/>
              <a:gd name="connsiteX5" fmla="*/ 7383 w 14230"/>
              <a:gd name="connsiteY5" fmla="*/ 20567 h 20567"/>
              <a:gd name="connsiteX6" fmla="*/ 6065 w 14230"/>
              <a:gd name="connsiteY6" fmla="*/ 20567 h 20567"/>
              <a:gd name="connsiteX7" fmla="*/ 6065 w 14230"/>
              <a:gd name="connsiteY7" fmla="*/ 18694 h 20567"/>
              <a:gd name="connsiteX8" fmla="*/ 11047 w 14230"/>
              <a:gd name="connsiteY8" fmla="*/ 10970 h 20567"/>
              <a:gd name="connsiteX9" fmla="*/ 914 w 14230"/>
              <a:gd name="connsiteY9" fmla="*/ 10994 h 20567"/>
              <a:gd name="connsiteX10" fmla="*/ 1646 w 14230"/>
              <a:gd name="connsiteY10" fmla="*/ 9361 h 20567"/>
              <a:gd name="connsiteX11" fmla="*/ 11230 w 14230"/>
              <a:gd name="connsiteY11" fmla="*/ 9467 h 20567"/>
              <a:gd name="connsiteX12" fmla="*/ 6065 w 14230"/>
              <a:gd name="connsiteY12" fmla="*/ 1872 h 20567"/>
              <a:gd name="connsiteX13" fmla="*/ 6065 w 14230"/>
              <a:gd name="connsiteY13" fmla="*/ 0 h 20567"/>
              <a:gd name="connsiteX14" fmla="*/ 7383 w 14230"/>
              <a:gd name="connsiteY14" fmla="*/ 0 h 20567"/>
              <a:gd name="connsiteX15" fmla="*/ 13910 w 14230"/>
              <a:gd name="connsiteY15" fmla="*/ 9274 h 20567"/>
              <a:gd name="connsiteX16" fmla="*/ 13972 w 14230"/>
              <a:gd name="connsiteY16" fmla="*/ 9332 h 20567"/>
              <a:gd name="connsiteX17" fmla="*/ 14220 w 14230"/>
              <a:gd name="connsiteY17" fmla="*/ 10446 h 20567"/>
              <a:gd name="connsiteX0" fmla="*/ 14286 w 14296"/>
              <a:gd name="connsiteY0" fmla="*/ 10446 h 20567"/>
              <a:gd name="connsiteX1" fmla="*/ 14262 w 14296"/>
              <a:gd name="connsiteY1" fmla="*/ 10632 h 20567"/>
              <a:gd name="connsiteX2" fmla="*/ 14091 w 14296"/>
              <a:gd name="connsiteY2" fmla="*/ 11091 h 20567"/>
              <a:gd name="connsiteX3" fmla="*/ 14038 w 14296"/>
              <a:gd name="connsiteY3" fmla="*/ 11234 h 20567"/>
              <a:gd name="connsiteX4" fmla="*/ 13978 w 14296"/>
              <a:gd name="connsiteY4" fmla="*/ 11290 h 20567"/>
              <a:gd name="connsiteX5" fmla="*/ 7449 w 14296"/>
              <a:gd name="connsiteY5" fmla="*/ 20567 h 20567"/>
              <a:gd name="connsiteX6" fmla="*/ 6131 w 14296"/>
              <a:gd name="connsiteY6" fmla="*/ 20567 h 20567"/>
              <a:gd name="connsiteX7" fmla="*/ 6131 w 14296"/>
              <a:gd name="connsiteY7" fmla="*/ 18694 h 20567"/>
              <a:gd name="connsiteX8" fmla="*/ 11113 w 14296"/>
              <a:gd name="connsiteY8" fmla="*/ 10970 h 20567"/>
              <a:gd name="connsiteX9" fmla="*/ 980 w 14296"/>
              <a:gd name="connsiteY9" fmla="*/ 10994 h 20567"/>
              <a:gd name="connsiteX10" fmla="*/ 1529 w 14296"/>
              <a:gd name="connsiteY10" fmla="*/ 9455 h 20567"/>
              <a:gd name="connsiteX11" fmla="*/ 11296 w 14296"/>
              <a:gd name="connsiteY11" fmla="*/ 9467 h 20567"/>
              <a:gd name="connsiteX12" fmla="*/ 6131 w 14296"/>
              <a:gd name="connsiteY12" fmla="*/ 1872 h 20567"/>
              <a:gd name="connsiteX13" fmla="*/ 6131 w 14296"/>
              <a:gd name="connsiteY13" fmla="*/ 0 h 20567"/>
              <a:gd name="connsiteX14" fmla="*/ 7449 w 14296"/>
              <a:gd name="connsiteY14" fmla="*/ 0 h 20567"/>
              <a:gd name="connsiteX15" fmla="*/ 13976 w 14296"/>
              <a:gd name="connsiteY15" fmla="*/ 9274 h 20567"/>
              <a:gd name="connsiteX16" fmla="*/ 14038 w 14296"/>
              <a:gd name="connsiteY16" fmla="*/ 9332 h 20567"/>
              <a:gd name="connsiteX17" fmla="*/ 14286 w 14296"/>
              <a:gd name="connsiteY17" fmla="*/ 10446 h 20567"/>
              <a:gd name="connsiteX0" fmla="*/ 14177 w 14187"/>
              <a:gd name="connsiteY0" fmla="*/ 10446 h 20567"/>
              <a:gd name="connsiteX1" fmla="*/ 14153 w 14187"/>
              <a:gd name="connsiteY1" fmla="*/ 10632 h 20567"/>
              <a:gd name="connsiteX2" fmla="*/ 13982 w 14187"/>
              <a:gd name="connsiteY2" fmla="*/ 11091 h 20567"/>
              <a:gd name="connsiteX3" fmla="*/ 13929 w 14187"/>
              <a:gd name="connsiteY3" fmla="*/ 11234 h 20567"/>
              <a:gd name="connsiteX4" fmla="*/ 13869 w 14187"/>
              <a:gd name="connsiteY4" fmla="*/ 11290 h 20567"/>
              <a:gd name="connsiteX5" fmla="*/ 7340 w 14187"/>
              <a:gd name="connsiteY5" fmla="*/ 20567 h 20567"/>
              <a:gd name="connsiteX6" fmla="*/ 6022 w 14187"/>
              <a:gd name="connsiteY6" fmla="*/ 20567 h 20567"/>
              <a:gd name="connsiteX7" fmla="*/ 6022 w 14187"/>
              <a:gd name="connsiteY7" fmla="*/ 18694 h 20567"/>
              <a:gd name="connsiteX8" fmla="*/ 11004 w 14187"/>
              <a:gd name="connsiteY8" fmla="*/ 10970 h 20567"/>
              <a:gd name="connsiteX9" fmla="*/ 1054 w 14187"/>
              <a:gd name="connsiteY9" fmla="*/ 11182 h 20567"/>
              <a:gd name="connsiteX10" fmla="*/ 1420 w 14187"/>
              <a:gd name="connsiteY10" fmla="*/ 9455 h 20567"/>
              <a:gd name="connsiteX11" fmla="*/ 11187 w 14187"/>
              <a:gd name="connsiteY11" fmla="*/ 9467 h 20567"/>
              <a:gd name="connsiteX12" fmla="*/ 6022 w 14187"/>
              <a:gd name="connsiteY12" fmla="*/ 1872 h 20567"/>
              <a:gd name="connsiteX13" fmla="*/ 6022 w 14187"/>
              <a:gd name="connsiteY13" fmla="*/ 0 h 20567"/>
              <a:gd name="connsiteX14" fmla="*/ 7340 w 14187"/>
              <a:gd name="connsiteY14" fmla="*/ 0 h 20567"/>
              <a:gd name="connsiteX15" fmla="*/ 13867 w 14187"/>
              <a:gd name="connsiteY15" fmla="*/ 9274 h 20567"/>
              <a:gd name="connsiteX16" fmla="*/ 13929 w 14187"/>
              <a:gd name="connsiteY16" fmla="*/ 9332 h 20567"/>
              <a:gd name="connsiteX17" fmla="*/ 14177 w 14187"/>
              <a:gd name="connsiteY17" fmla="*/ 10446 h 20567"/>
              <a:gd name="connsiteX0" fmla="*/ 14190 w 14200"/>
              <a:gd name="connsiteY0" fmla="*/ 10446 h 20567"/>
              <a:gd name="connsiteX1" fmla="*/ 14166 w 14200"/>
              <a:gd name="connsiteY1" fmla="*/ 10632 h 20567"/>
              <a:gd name="connsiteX2" fmla="*/ 13995 w 14200"/>
              <a:gd name="connsiteY2" fmla="*/ 11091 h 20567"/>
              <a:gd name="connsiteX3" fmla="*/ 13942 w 14200"/>
              <a:gd name="connsiteY3" fmla="*/ 11234 h 20567"/>
              <a:gd name="connsiteX4" fmla="*/ 13882 w 14200"/>
              <a:gd name="connsiteY4" fmla="*/ 11290 h 20567"/>
              <a:gd name="connsiteX5" fmla="*/ 7353 w 14200"/>
              <a:gd name="connsiteY5" fmla="*/ 20567 h 20567"/>
              <a:gd name="connsiteX6" fmla="*/ 6035 w 14200"/>
              <a:gd name="connsiteY6" fmla="*/ 20567 h 20567"/>
              <a:gd name="connsiteX7" fmla="*/ 6035 w 14200"/>
              <a:gd name="connsiteY7" fmla="*/ 18694 h 20567"/>
              <a:gd name="connsiteX8" fmla="*/ 11017 w 14200"/>
              <a:gd name="connsiteY8" fmla="*/ 10970 h 20567"/>
              <a:gd name="connsiteX9" fmla="*/ 1067 w 14200"/>
              <a:gd name="connsiteY9" fmla="*/ 11182 h 20567"/>
              <a:gd name="connsiteX10" fmla="*/ 319 w 14200"/>
              <a:gd name="connsiteY10" fmla="*/ 10612 h 20567"/>
              <a:gd name="connsiteX11" fmla="*/ 1433 w 14200"/>
              <a:gd name="connsiteY11" fmla="*/ 9455 h 20567"/>
              <a:gd name="connsiteX12" fmla="*/ 11200 w 14200"/>
              <a:gd name="connsiteY12" fmla="*/ 9467 h 20567"/>
              <a:gd name="connsiteX13" fmla="*/ 6035 w 14200"/>
              <a:gd name="connsiteY13" fmla="*/ 1872 h 20567"/>
              <a:gd name="connsiteX14" fmla="*/ 6035 w 14200"/>
              <a:gd name="connsiteY14" fmla="*/ 0 h 20567"/>
              <a:gd name="connsiteX15" fmla="*/ 7353 w 14200"/>
              <a:gd name="connsiteY15" fmla="*/ 0 h 20567"/>
              <a:gd name="connsiteX16" fmla="*/ 13880 w 14200"/>
              <a:gd name="connsiteY16" fmla="*/ 9274 h 20567"/>
              <a:gd name="connsiteX17" fmla="*/ 13942 w 14200"/>
              <a:gd name="connsiteY17" fmla="*/ 9332 h 20567"/>
              <a:gd name="connsiteX18" fmla="*/ 14190 w 14200"/>
              <a:gd name="connsiteY18" fmla="*/ 10446 h 20567"/>
              <a:gd name="connsiteX0" fmla="*/ 13846 w 13856"/>
              <a:gd name="connsiteY0" fmla="*/ 10446 h 20567"/>
              <a:gd name="connsiteX1" fmla="*/ 13822 w 13856"/>
              <a:gd name="connsiteY1" fmla="*/ 10632 h 20567"/>
              <a:gd name="connsiteX2" fmla="*/ 13651 w 13856"/>
              <a:gd name="connsiteY2" fmla="*/ 11091 h 20567"/>
              <a:gd name="connsiteX3" fmla="*/ 13598 w 13856"/>
              <a:gd name="connsiteY3" fmla="*/ 11234 h 20567"/>
              <a:gd name="connsiteX4" fmla="*/ 13538 w 13856"/>
              <a:gd name="connsiteY4" fmla="*/ 11290 h 20567"/>
              <a:gd name="connsiteX5" fmla="*/ 7009 w 13856"/>
              <a:gd name="connsiteY5" fmla="*/ 20567 h 20567"/>
              <a:gd name="connsiteX6" fmla="*/ 5691 w 13856"/>
              <a:gd name="connsiteY6" fmla="*/ 20567 h 20567"/>
              <a:gd name="connsiteX7" fmla="*/ 5691 w 13856"/>
              <a:gd name="connsiteY7" fmla="*/ 18694 h 20567"/>
              <a:gd name="connsiteX8" fmla="*/ 10673 w 13856"/>
              <a:gd name="connsiteY8" fmla="*/ 10970 h 20567"/>
              <a:gd name="connsiteX9" fmla="*/ 723 w 13856"/>
              <a:gd name="connsiteY9" fmla="*/ 11182 h 20567"/>
              <a:gd name="connsiteX10" fmla="*/ 1073 w 13856"/>
              <a:gd name="connsiteY10" fmla="*/ 10236 h 20567"/>
              <a:gd name="connsiteX11" fmla="*/ 1089 w 13856"/>
              <a:gd name="connsiteY11" fmla="*/ 9455 h 20567"/>
              <a:gd name="connsiteX12" fmla="*/ 10856 w 13856"/>
              <a:gd name="connsiteY12" fmla="*/ 9467 h 20567"/>
              <a:gd name="connsiteX13" fmla="*/ 5691 w 13856"/>
              <a:gd name="connsiteY13" fmla="*/ 1872 h 20567"/>
              <a:gd name="connsiteX14" fmla="*/ 5691 w 13856"/>
              <a:gd name="connsiteY14" fmla="*/ 0 h 20567"/>
              <a:gd name="connsiteX15" fmla="*/ 7009 w 13856"/>
              <a:gd name="connsiteY15" fmla="*/ 0 h 20567"/>
              <a:gd name="connsiteX16" fmla="*/ 13536 w 13856"/>
              <a:gd name="connsiteY16" fmla="*/ 9274 h 20567"/>
              <a:gd name="connsiteX17" fmla="*/ 13598 w 13856"/>
              <a:gd name="connsiteY17" fmla="*/ 9332 h 20567"/>
              <a:gd name="connsiteX18" fmla="*/ 13846 w 13856"/>
              <a:gd name="connsiteY18" fmla="*/ 10446 h 20567"/>
              <a:gd name="connsiteX0" fmla="*/ 13936 w 13946"/>
              <a:gd name="connsiteY0" fmla="*/ 10446 h 20567"/>
              <a:gd name="connsiteX1" fmla="*/ 13912 w 13946"/>
              <a:gd name="connsiteY1" fmla="*/ 10632 h 20567"/>
              <a:gd name="connsiteX2" fmla="*/ 13741 w 13946"/>
              <a:gd name="connsiteY2" fmla="*/ 11091 h 20567"/>
              <a:gd name="connsiteX3" fmla="*/ 13688 w 13946"/>
              <a:gd name="connsiteY3" fmla="*/ 11234 h 20567"/>
              <a:gd name="connsiteX4" fmla="*/ 13628 w 13946"/>
              <a:gd name="connsiteY4" fmla="*/ 11290 h 20567"/>
              <a:gd name="connsiteX5" fmla="*/ 7099 w 13946"/>
              <a:gd name="connsiteY5" fmla="*/ 20567 h 20567"/>
              <a:gd name="connsiteX6" fmla="*/ 5781 w 13946"/>
              <a:gd name="connsiteY6" fmla="*/ 20567 h 20567"/>
              <a:gd name="connsiteX7" fmla="*/ 5781 w 13946"/>
              <a:gd name="connsiteY7" fmla="*/ 18694 h 20567"/>
              <a:gd name="connsiteX8" fmla="*/ 10763 w 13946"/>
              <a:gd name="connsiteY8" fmla="*/ 10970 h 20567"/>
              <a:gd name="connsiteX9" fmla="*/ 813 w 13946"/>
              <a:gd name="connsiteY9" fmla="*/ 11182 h 20567"/>
              <a:gd name="connsiteX10" fmla="*/ 786 w 13946"/>
              <a:gd name="connsiteY10" fmla="*/ 10324 h 20567"/>
              <a:gd name="connsiteX11" fmla="*/ 1179 w 13946"/>
              <a:gd name="connsiteY11" fmla="*/ 9455 h 20567"/>
              <a:gd name="connsiteX12" fmla="*/ 10946 w 13946"/>
              <a:gd name="connsiteY12" fmla="*/ 9467 h 20567"/>
              <a:gd name="connsiteX13" fmla="*/ 5781 w 13946"/>
              <a:gd name="connsiteY13" fmla="*/ 1872 h 20567"/>
              <a:gd name="connsiteX14" fmla="*/ 5781 w 13946"/>
              <a:gd name="connsiteY14" fmla="*/ 0 h 20567"/>
              <a:gd name="connsiteX15" fmla="*/ 7099 w 13946"/>
              <a:gd name="connsiteY15" fmla="*/ 0 h 20567"/>
              <a:gd name="connsiteX16" fmla="*/ 13626 w 13946"/>
              <a:gd name="connsiteY16" fmla="*/ 9274 h 20567"/>
              <a:gd name="connsiteX17" fmla="*/ 13688 w 13946"/>
              <a:gd name="connsiteY17" fmla="*/ 9332 h 20567"/>
              <a:gd name="connsiteX18" fmla="*/ 13936 w 13946"/>
              <a:gd name="connsiteY18" fmla="*/ 10446 h 20567"/>
              <a:gd name="connsiteX0" fmla="*/ 13884 w 13894"/>
              <a:gd name="connsiteY0" fmla="*/ 10446 h 20567"/>
              <a:gd name="connsiteX1" fmla="*/ 13860 w 13894"/>
              <a:gd name="connsiteY1" fmla="*/ 10632 h 20567"/>
              <a:gd name="connsiteX2" fmla="*/ 13689 w 13894"/>
              <a:gd name="connsiteY2" fmla="*/ 11091 h 20567"/>
              <a:gd name="connsiteX3" fmla="*/ 13636 w 13894"/>
              <a:gd name="connsiteY3" fmla="*/ 11234 h 20567"/>
              <a:gd name="connsiteX4" fmla="*/ 13576 w 13894"/>
              <a:gd name="connsiteY4" fmla="*/ 11290 h 20567"/>
              <a:gd name="connsiteX5" fmla="*/ 7047 w 13894"/>
              <a:gd name="connsiteY5" fmla="*/ 20567 h 20567"/>
              <a:gd name="connsiteX6" fmla="*/ 5729 w 13894"/>
              <a:gd name="connsiteY6" fmla="*/ 20567 h 20567"/>
              <a:gd name="connsiteX7" fmla="*/ 5729 w 13894"/>
              <a:gd name="connsiteY7" fmla="*/ 18694 h 20567"/>
              <a:gd name="connsiteX8" fmla="*/ 10711 w 13894"/>
              <a:gd name="connsiteY8" fmla="*/ 10970 h 20567"/>
              <a:gd name="connsiteX9" fmla="*/ 761 w 13894"/>
              <a:gd name="connsiteY9" fmla="*/ 11182 h 20567"/>
              <a:gd name="connsiteX10" fmla="*/ 734 w 13894"/>
              <a:gd name="connsiteY10" fmla="*/ 10324 h 20567"/>
              <a:gd name="connsiteX11" fmla="*/ 1127 w 13894"/>
              <a:gd name="connsiteY11" fmla="*/ 9455 h 20567"/>
              <a:gd name="connsiteX12" fmla="*/ 10894 w 13894"/>
              <a:gd name="connsiteY12" fmla="*/ 9467 h 20567"/>
              <a:gd name="connsiteX13" fmla="*/ 5729 w 13894"/>
              <a:gd name="connsiteY13" fmla="*/ 1872 h 20567"/>
              <a:gd name="connsiteX14" fmla="*/ 5729 w 13894"/>
              <a:gd name="connsiteY14" fmla="*/ 0 h 20567"/>
              <a:gd name="connsiteX15" fmla="*/ 7047 w 13894"/>
              <a:gd name="connsiteY15" fmla="*/ 0 h 20567"/>
              <a:gd name="connsiteX16" fmla="*/ 13574 w 13894"/>
              <a:gd name="connsiteY16" fmla="*/ 9274 h 20567"/>
              <a:gd name="connsiteX17" fmla="*/ 13636 w 13894"/>
              <a:gd name="connsiteY17" fmla="*/ 9332 h 20567"/>
              <a:gd name="connsiteX18" fmla="*/ 13884 w 13894"/>
              <a:gd name="connsiteY18" fmla="*/ 10446 h 20567"/>
              <a:gd name="connsiteX0" fmla="*/ 13884 w 13894"/>
              <a:gd name="connsiteY0" fmla="*/ 10446 h 20567"/>
              <a:gd name="connsiteX1" fmla="*/ 13860 w 13894"/>
              <a:gd name="connsiteY1" fmla="*/ 10632 h 20567"/>
              <a:gd name="connsiteX2" fmla="*/ 13689 w 13894"/>
              <a:gd name="connsiteY2" fmla="*/ 11091 h 20567"/>
              <a:gd name="connsiteX3" fmla="*/ 13636 w 13894"/>
              <a:gd name="connsiteY3" fmla="*/ 11234 h 20567"/>
              <a:gd name="connsiteX4" fmla="*/ 13576 w 13894"/>
              <a:gd name="connsiteY4" fmla="*/ 11290 h 20567"/>
              <a:gd name="connsiteX5" fmla="*/ 7047 w 13894"/>
              <a:gd name="connsiteY5" fmla="*/ 20567 h 20567"/>
              <a:gd name="connsiteX6" fmla="*/ 5729 w 13894"/>
              <a:gd name="connsiteY6" fmla="*/ 20567 h 20567"/>
              <a:gd name="connsiteX7" fmla="*/ 5729 w 13894"/>
              <a:gd name="connsiteY7" fmla="*/ 18694 h 20567"/>
              <a:gd name="connsiteX8" fmla="*/ 10711 w 13894"/>
              <a:gd name="connsiteY8" fmla="*/ 10970 h 20567"/>
              <a:gd name="connsiteX9" fmla="*/ 761 w 13894"/>
              <a:gd name="connsiteY9" fmla="*/ 11182 h 20567"/>
              <a:gd name="connsiteX10" fmla="*/ 734 w 13894"/>
              <a:gd name="connsiteY10" fmla="*/ 10324 h 20567"/>
              <a:gd name="connsiteX11" fmla="*/ 1127 w 13894"/>
              <a:gd name="connsiteY11" fmla="*/ 9455 h 20567"/>
              <a:gd name="connsiteX12" fmla="*/ 10894 w 13894"/>
              <a:gd name="connsiteY12" fmla="*/ 9467 h 20567"/>
              <a:gd name="connsiteX13" fmla="*/ 5729 w 13894"/>
              <a:gd name="connsiteY13" fmla="*/ 1872 h 20567"/>
              <a:gd name="connsiteX14" fmla="*/ 5729 w 13894"/>
              <a:gd name="connsiteY14" fmla="*/ 0 h 20567"/>
              <a:gd name="connsiteX15" fmla="*/ 7047 w 13894"/>
              <a:gd name="connsiteY15" fmla="*/ 0 h 20567"/>
              <a:gd name="connsiteX16" fmla="*/ 13574 w 13894"/>
              <a:gd name="connsiteY16" fmla="*/ 9274 h 20567"/>
              <a:gd name="connsiteX17" fmla="*/ 13636 w 13894"/>
              <a:gd name="connsiteY17" fmla="*/ 9332 h 20567"/>
              <a:gd name="connsiteX18" fmla="*/ 13884 w 13894"/>
              <a:gd name="connsiteY18" fmla="*/ 10446 h 20567"/>
              <a:gd name="connsiteX0" fmla="*/ 14183 w 14193"/>
              <a:gd name="connsiteY0" fmla="*/ 10446 h 20567"/>
              <a:gd name="connsiteX1" fmla="*/ 14159 w 14193"/>
              <a:gd name="connsiteY1" fmla="*/ 10632 h 20567"/>
              <a:gd name="connsiteX2" fmla="*/ 13988 w 14193"/>
              <a:gd name="connsiteY2" fmla="*/ 11091 h 20567"/>
              <a:gd name="connsiteX3" fmla="*/ 13935 w 14193"/>
              <a:gd name="connsiteY3" fmla="*/ 11234 h 20567"/>
              <a:gd name="connsiteX4" fmla="*/ 13875 w 14193"/>
              <a:gd name="connsiteY4" fmla="*/ 11290 h 20567"/>
              <a:gd name="connsiteX5" fmla="*/ 7346 w 14193"/>
              <a:gd name="connsiteY5" fmla="*/ 20567 h 20567"/>
              <a:gd name="connsiteX6" fmla="*/ 6028 w 14193"/>
              <a:gd name="connsiteY6" fmla="*/ 20567 h 20567"/>
              <a:gd name="connsiteX7" fmla="*/ 6028 w 14193"/>
              <a:gd name="connsiteY7" fmla="*/ 18694 h 20567"/>
              <a:gd name="connsiteX8" fmla="*/ 11010 w 14193"/>
              <a:gd name="connsiteY8" fmla="*/ 10970 h 20567"/>
              <a:gd name="connsiteX9" fmla="*/ 1060 w 14193"/>
              <a:gd name="connsiteY9" fmla="*/ 11182 h 20567"/>
              <a:gd name="connsiteX10" fmla="*/ 1426 w 14193"/>
              <a:gd name="connsiteY10" fmla="*/ 9455 h 20567"/>
              <a:gd name="connsiteX11" fmla="*/ 11193 w 14193"/>
              <a:gd name="connsiteY11" fmla="*/ 9467 h 20567"/>
              <a:gd name="connsiteX12" fmla="*/ 6028 w 14193"/>
              <a:gd name="connsiteY12" fmla="*/ 1872 h 20567"/>
              <a:gd name="connsiteX13" fmla="*/ 6028 w 14193"/>
              <a:gd name="connsiteY13" fmla="*/ 0 h 20567"/>
              <a:gd name="connsiteX14" fmla="*/ 7346 w 14193"/>
              <a:gd name="connsiteY14" fmla="*/ 0 h 20567"/>
              <a:gd name="connsiteX15" fmla="*/ 13873 w 14193"/>
              <a:gd name="connsiteY15" fmla="*/ 9274 h 20567"/>
              <a:gd name="connsiteX16" fmla="*/ 13935 w 14193"/>
              <a:gd name="connsiteY16" fmla="*/ 9332 h 20567"/>
              <a:gd name="connsiteX17" fmla="*/ 14183 w 14193"/>
              <a:gd name="connsiteY17" fmla="*/ 10446 h 20567"/>
              <a:gd name="connsiteX0" fmla="*/ 13679 w 13689"/>
              <a:gd name="connsiteY0" fmla="*/ 10446 h 20567"/>
              <a:gd name="connsiteX1" fmla="*/ 13655 w 13689"/>
              <a:gd name="connsiteY1" fmla="*/ 10632 h 20567"/>
              <a:gd name="connsiteX2" fmla="*/ 13484 w 13689"/>
              <a:gd name="connsiteY2" fmla="*/ 11091 h 20567"/>
              <a:gd name="connsiteX3" fmla="*/ 13431 w 13689"/>
              <a:gd name="connsiteY3" fmla="*/ 11234 h 20567"/>
              <a:gd name="connsiteX4" fmla="*/ 13371 w 13689"/>
              <a:gd name="connsiteY4" fmla="*/ 11290 h 20567"/>
              <a:gd name="connsiteX5" fmla="*/ 6842 w 13689"/>
              <a:gd name="connsiteY5" fmla="*/ 20567 h 20567"/>
              <a:gd name="connsiteX6" fmla="*/ 5524 w 13689"/>
              <a:gd name="connsiteY6" fmla="*/ 20567 h 20567"/>
              <a:gd name="connsiteX7" fmla="*/ 5524 w 13689"/>
              <a:gd name="connsiteY7" fmla="*/ 18694 h 20567"/>
              <a:gd name="connsiteX8" fmla="*/ 10506 w 13689"/>
              <a:gd name="connsiteY8" fmla="*/ 10970 h 20567"/>
              <a:gd name="connsiteX9" fmla="*/ 1688 w 13689"/>
              <a:gd name="connsiteY9" fmla="*/ 10988 h 20567"/>
              <a:gd name="connsiteX10" fmla="*/ 922 w 13689"/>
              <a:gd name="connsiteY10" fmla="*/ 9455 h 20567"/>
              <a:gd name="connsiteX11" fmla="*/ 10689 w 13689"/>
              <a:gd name="connsiteY11" fmla="*/ 9467 h 20567"/>
              <a:gd name="connsiteX12" fmla="*/ 5524 w 13689"/>
              <a:gd name="connsiteY12" fmla="*/ 1872 h 20567"/>
              <a:gd name="connsiteX13" fmla="*/ 5524 w 13689"/>
              <a:gd name="connsiteY13" fmla="*/ 0 h 20567"/>
              <a:gd name="connsiteX14" fmla="*/ 6842 w 13689"/>
              <a:gd name="connsiteY14" fmla="*/ 0 h 20567"/>
              <a:gd name="connsiteX15" fmla="*/ 13369 w 13689"/>
              <a:gd name="connsiteY15" fmla="*/ 9274 h 20567"/>
              <a:gd name="connsiteX16" fmla="*/ 13431 w 13689"/>
              <a:gd name="connsiteY16" fmla="*/ 9332 h 20567"/>
              <a:gd name="connsiteX17" fmla="*/ 13679 w 13689"/>
              <a:gd name="connsiteY17" fmla="*/ 10446 h 20567"/>
              <a:gd name="connsiteX0" fmla="*/ 13750 w 13760"/>
              <a:gd name="connsiteY0" fmla="*/ 10446 h 20567"/>
              <a:gd name="connsiteX1" fmla="*/ 13726 w 13760"/>
              <a:gd name="connsiteY1" fmla="*/ 10632 h 20567"/>
              <a:gd name="connsiteX2" fmla="*/ 13555 w 13760"/>
              <a:gd name="connsiteY2" fmla="*/ 11091 h 20567"/>
              <a:gd name="connsiteX3" fmla="*/ 13502 w 13760"/>
              <a:gd name="connsiteY3" fmla="*/ 11234 h 20567"/>
              <a:gd name="connsiteX4" fmla="*/ 13442 w 13760"/>
              <a:gd name="connsiteY4" fmla="*/ 11290 h 20567"/>
              <a:gd name="connsiteX5" fmla="*/ 6913 w 13760"/>
              <a:gd name="connsiteY5" fmla="*/ 20567 h 20567"/>
              <a:gd name="connsiteX6" fmla="*/ 5595 w 13760"/>
              <a:gd name="connsiteY6" fmla="*/ 20567 h 20567"/>
              <a:gd name="connsiteX7" fmla="*/ 5595 w 13760"/>
              <a:gd name="connsiteY7" fmla="*/ 18694 h 20567"/>
              <a:gd name="connsiteX8" fmla="*/ 10577 w 13760"/>
              <a:gd name="connsiteY8" fmla="*/ 10970 h 20567"/>
              <a:gd name="connsiteX9" fmla="*/ 1553 w 13760"/>
              <a:gd name="connsiteY9" fmla="*/ 11006 h 20567"/>
              <a:gd name="connsiteX10" fmla="*/ 993 w 13760"/>
              <a:gd name="connsiteY10" fmla="*/ 9455 h 20567"/>
              <a:gd name="connsiteX11" fmla="*/ 10760 w 13760"/>
              <a:gd name="connsiteY11" fmla="*/ 9467 h 20567"/>
              <a:gd name="connsiteX12" fmla="*/ 5595 w 13760"/>
              <a:gd name="connsiteY12" fmla="*/ 1872 h 20567"/>
              <a:gd name="connsiteX13" fmla="*/ 5595 w 13760"/>
              <a:gd name="connsiteY13" fmla="*/ 0 h 20567"/>
              <a:gd name="connsiteX14" fmla="*/ 6913 w 13760"/>
              <a:gd name="connsiteY14" fmla="*/ 0 h 20567"/>
              <a:gd name="connsiteX15" fmla="*/ 13440 w 13760"/>
              <a:gd name="connsiteY15" fmla="*/ 9274 h 20567"/>
              <a:gd name="connsiteX16" fmla="*/ 13502 w 13760"/>
              <a:gd name="connsiteY16" fmla="*/ 9332 h 20567"/>
              <a:gd name="connsiteX17" fmla="*/ 13750 w 13760"/>
              <a:gd name="connsiteY17" fmla="*/ 10446 h 20567"/>
              <a:gd name="connsiteX0" fmla="*/ 13472 w 13482"/>
              <a:gd name="connsiteY0" fmla="*/ 10446 h 20567"/>
              <a:gd name="connsiteX1" fmla="*/ 13448 w 13482"/>
              <a:gd name="connsiteY1" fmla="*/ 10632 h 20567"/>
              <a:gd name="connsiteX2" fmla="*/ 13277 w 13482"/>
              <a:gd name="connsiteY2" fmla="*/ 11091 h 20567"/>
              <a:gd name="connsiteX3" fmla="*/ 13224 w 13482"/>
              <a:gd name="connsiteY3" fmla="*/ 11234 h 20567"/>
              <a:gd name="connsiteX4" fmla="*/ 13164 w 13482"/>
              <a:gd name="connsiteY4" fmla="*/ 11290 h 20567"/>
              <a:gd name="connsiteX5" fmla="*/ 6635 w 13482"/>
              <a:gd name="connsiteY5" fmla="*/ 20567 h 20567"/>
              <a:gd name="connsiteX6" fmla="*/ 5317 w 13482"/>
              <a:gd name="connsiteY6" fmla="*/ 20567 h 20567"/>
              <a:gd name="connsiteX7" fmla="*/ 5317 w 13482"/>
              <a:gd name="connsiteY7" fmla="*/ 18694 h 20567"/>
              <a:gd name="connsiteX8" fmla="*/ 10299 w 13482"/>
              <a:gd name="connsiteY8" fmla="*/ 10970 h 20567"/>
              <a:gd name="connsiteX9" fmla="*/ 1275 w 13482"/>
              <a:gd name="connsiteY9" fmla="*/ 11006 h 20567"/>
              <a:gd name="connsiteX10" fmla="*/ 1195 w 13482"/>
              <a:gd name="connsiteY10" fmla="*/ 9543 h 20567"/>
              <a:gd name="connsiteX11" fmla="*/ 10482 w 13482"/>
              <a:gd name="connsiteY11" fmla="*/ 9467 h 20567"/>
              <a:gd name="connsiteX12" fmla="*/ 5317 w 13482"/>
              <a:gd name="connsiteY12" fmla="*/ 1872 h 20567"/>
              <a:gd name="connsiteX13" fmla="*/ 5317 w 13482"/>
              <a:gd name="connsiteY13" fmla="*/ 0 h 20567"/>
              <a:gd name="connsiteX14" fmla="*/ 6635 w 13482"/>
              <a:gd name="connsiteY14" fmla="*/ 0 h 20567"/>
              <a:gd name="connsiteX15" fmla="*/ 13162 w 13482"/>
              <a:gd name="connsiteY15" fmla="*/ 9274 h 20567"/>
              <a:gd name="connsiteX16" fmla="*/ 13224 w 13482"/>
              <a:gd name="connsiteY16" fmla="*/ 9332 h 20567"/>
              <a:gd name="connsiteX17" fmla="*/ 13472 w 13482"/>
              <a:gd name="connsiteY17" fmla="*/ 10446 h 20567"/>
              <a:gd name="connsiteX0" fmla="*/ 13489 w 13499"/>
              <a:gd name="connsiteY0" fmla="*/ 10446 h 20567"/>
              <a:gd name="connsiteX1" fmla="*/ 13465 w 13499"/>
              <a:gd name="connsiteY1" fmla="*/ 10632 h 20567"/>
              <a:gd name="connsiteX2" fmla="*/ 13294 w 13499"/>
              <a:gd name="connsiteY2" fmla="*/ 11091 h 20567"/>
              <a:gd name="connsiteX3" fmla="*/ 13241 w 13499"/>
              <a:gd name="connsiteY3" fmla="*/ 11234 h 20567"/>
              <a:gd name="connsiteX4" fmla="*/ 13181 w 13499"/>
              <a:gd name="connsiteY4" fmla="*/ 11290 h 20567"/>
              <a:gd name="connsiteX5" fmla="*/ 6652 w 13499"/>
              <a:gd name="connsiteY5" fmla="*/ 20567 h 20567"/>
              <a:gd name="connsiteX6" fmla="*/ 5334 w 13499"/>
              <a:gd name="connsiteY6" fmla="*/ 20567 h 20567"/>
              <a:gd name="connsiteX7" fmla="*/ 5334 w 13499"/>
              <a:gd name="connsiteY7" fmla="*/ 18694 h 20567"/>
              <a:gd name="connsiteX8" fmla="*/ 10316 w 13499"/>
              <a:gd name="connsiteY8" fmla="*/ 10970 h 20567"/>
              <a:gd name="connsiteX9" fmla="*/ 1292 w 13499"/>
              <a:gd name="connsiteY9" fmla="*/ 11006 h 20567"/>
              <a:gd name="connsiteX10" fmla="*/ 1178 w 13499"/>
              <a:gd name="connsiteY10" fmla="*/ 9455 h 20567"/>
              <a:gd name="connsiteX11" fmla="*/ 10499 w 13499"/>
              <a:gd name="connsiteY11" fmla="*/ 9467 h 20567"/>
              <a:gd name="connsiteX12" fmla="*/ 5334 w 13499"/>
              <a:gd name="connsiteY12" fmla="*/ 1872 h 20567"/>
              <a:gd name="connsiteX13" fmla="*/ 5334 w 13499"/>
              <a:gd name="connsiteY13" fmla="*/ 0 h 20567"/>
              <a:gd name="connsiteX14" fmla="*/ 6652 w 13499"/>
              <a:gd name="connsiteY14" fmla="*/ 0 h 20567"/>
              <a:gd name="connsiteX15" fmla="*/ 13179 w 13499"/>
              <a:gd name="connsiteY15" fmla="*/ 9274 h 20567"/>
              <a:gd name="connsiteX16" fmla="*/ 13241 w 13499"/>
              <a:gd name="connsiteY16" fmla="*/ 9332 h 20567"/>
              <a:gd name="connsiteX17" fmla="*/ 13489 w 13499"/>
              <a:gd name="connsiteY17" fmla="*/ 10446 h 20567"/>
              <a:gd name="connsiteX0" fmla="*/ 13489 w 13499"/>
              <a:gd name="connsiteY0" fmla="*/ 10446 h 20567"/>
              <a:gd name="connsiteX1" fmla="*/ 13465 w 13499"/>
              <a:gd name="connsiteY1" fmla="*/ 10632 h 20567"/>
              <a:gd name="connsiteX2" fmla="*/ 13294 w 13499"/>
              <a:gd name="connsiteY2" fmla="*/ 11091 h 20567"/>
              <a:gd name="connsiteX3" fmla="*/ 13241 w 13499"/>
              <a:gd name="connsiteY3" fmla="*/ 11234 h 20567"/>
              <a:gd name="connsiteX4" fmla="*/ 13181 w 13499"/>
              <a:gd name="connsiteY4" fmla="*/ 11290 h 20567"/>
              <a:gd name="connsiteX5" fmla="*/ 6652 w 13499"/>
              <a:gd name="connsiteY5" fmla="*/ 20567 h 20567"/>
              <a:gd name="connsiteX6" fmla="*/ 5334 w 13499"/>
              <a:gd name="connsiteY6" fmla="*/ 20567 h 20567"/>
              <a:gd name="connsiteX7" fmla="*/ 5334 w 13499"/>
              <a:gd name="connsiteY7" fmla="*/ 18694 h 20567"/>
              <a:gd name="connsiteX8" fmla="*/ 10316 w 13499"/>
              <a:gd name="connsiteY8" fmla="*/ 10970 h 20567"/>
              <a:gd name="connsiteX9" fmla="*/ 1292 w 13499"/>
              <a:gd name="connsiteY9" fmla="*/ 10953 h 20567"/>
              <a:gd name="connsiteX10" fmla="*/ 1178 w 13499"/>
              <a:gd name="connsiteY10" fmla="*/ 9455 h 20567"/>
              <a:gd name="connsiteX11" fmla="*/ 10499 w 13499"/>
              <a:gd name="connsiteY11" fmla="*/ 9467 h 20567"/>
              <a:gd name="connsiteX12" fmla="*/ 5334 w 13499"/>
              <a:gd name="connsiteY12" fmla="*/ 1872 h 20567"/>
              <a:gd name="connsiteX13" fmla="*/ 5334 w 13499"/>
              <a:gd name="connsiteY13" fmla="*/ 0 h 20567"/>
              <a:gd name="connsiteX14" fmla="*/ 6652 w 13499"/>
              <a:gd name="connsiteY14" fmla="*/ 0 h 20567"/>
              <a:gd name="connsiteX15" fmla="*/ 13179 w 13499"/>
              <a:gd name="connsiteY15" fmla="*/ 9274 h 20567"/>
              <a:gd name="connsiteX16" fmla="*/ 13241 w 13499"/>
              <a:gd name="connsiteY16" fmla="*/ 9332 h 20567"/>
              <a:gd name="connsiteX17" fmla="*/ 13489 w 13499"/>
              <a:gd name="connsiteY17" fmla="*/ 10446 h 20567"/>
              <a:gd name="connsiteX0" fmla="*/ 12833 w 12843"/>
              <a:gd name="connsiteY0" fmla="*/ 10446 h 20567"/>
              <a:gd name="connsiteX1" fmla="*/ 12809 w 12843"/>
              <a:gd name="connsiteY1" fmla="*/ 10632 h 20567"/>
              <a:gd name="connsiteX2" fmla="*/ 12638 w 12843"/>
              <a:gd name="connsiteY2" fmla="*/ 11091 h 20567"/>
              <a:gd name="connsiteX3" fmla="*/ 12585 w 12843"/>
              <a:gd name="connsiteY3" fmla="*/ 11234 h 20567"/>
              <a:gd name="connsiteX4" fmla="*/ 12525 w 12843"/>
              <a:gd name="connsiteY4" fmla="*/ 11290 h 20567"/>
              <a:gd name="connsiteX5" fmla="*/ 5996 w 12843"/>
              <a:gd name="connsiteY5" fmla="*/ 20567 h 20567"/>
              <a:gd name="connsiteX6" fmla="*/ 4678 w 12843"/>
              <a:gd name="connsiteY6" fmla="*/ 20567 h 20567"/>
              <a:gd name="connsiteX7" fmla="*/ 4678 w 12843"/>
              <a:gd name="connsiteY7" fmla="*/ 18694 h 20567"/>
              <a:gd name="connsiteX8" fmla="*/ 9660 w 12843"/>
              <a:gd name="connsiteY8" fmla="*/ 10970 h 20567"/>
              <a:gd name="connsiteX9" fmla="*/ 3243 w 12843"/>
              <a:gd name="connsiteY9" fmla="*/ 10940 h 20567"/>
              <a:gd name="connsiteX10" fmla="*/ 522 w 12843"/>
              <a:gd name="connsiteY10" fmla="*/ 9455 h 20567"/>
              <a:gd name="connsiteX11" fmla="*/ 9843 w 12843"/>
              <a:gd name="connsiteY11" fmla="*/ 9467 h 20567"/>
              <a:gd name="connsiteX12" fmla="*/ 4678 w 12843"/>
              <a:gd name="connsiteY12" fmla="*/ 1872 h 20567"/>
              <a:gd name="connsiteX13" fmla="*/ 4678 w 12843"/>
              <a:gd name="connsiteY13" fmla="*/ 0 h 20567"/>
              <a:gd name="connsiteX14" fmla="*/ 5996 w 12843"/>
              <a:gd name="connsiteY14" fmla="*/ 0 h 20567"/>
              <a:gd name="connsiteX15" fmla="*/ 12523 w 12843"/>
              <a:gd name="connsiteY15" fmla="*/ 9274 h 20567"/>
              <a:gd name="connsiteX16" fmla="*/ 12585 w 12843"/>
              <a:gd name="connsiteY16" fmla="*/ 9332 h 20567"/>
              <a:gd name="connsiteX17" fmla="*/ 12833 w 12843"/>
              <a:gd name="connsiteY17" fmla="*/ 10446 h 20567"/>
              <a:gd name="connsiteX0" fmla="*/ 10777 w 10787"/>
              <a:gd name="connsiteY0" fmla="*/ 10446 h 20567"/>
              <a:gd name="connsiteX1" fmla="*/ 10753 w 10787"/>
              <a:gd name="connsiteY1" fmla="*/ 10632 h 20567"/>
              <a:gd name="connsiteX2" fmla="*/ 10582 w 10787"/>
              <a:gd name="connsiteY2" fmla="*/ 11091 h 20567"/>
              <a:gd name="connsiteX3" fmla="*/ 10529 w 10787"/>
              <a:gd name="connsiteY3" fmla="*/ 11234 h 20567"/>
              <a:gd name="connsiteX4" fmla="*/ 10469 w 10787"/>
              <a:gd name="connsiteY4" fmla="*/ 11290 h 20567"/>
              <a:gd name="connsiteX5" fmla="*/ 3940 w 10787"/>
              <a:gd name="connsiteY5" fmla="*/ 20567 h 20567"/>
              <a:gd name="connsiteX6" fmla="*/ 2622 w 10787"/>
              <a:gd name="connsiteY6" fmla="*/ 20567 h 20567"/>
              <a:gd name="connsiteX7" fmla="*/ 2622 w 10787"/>
              <a:gd name="connsiteY7" fmla="*/ 18694 h 20567"/>
              <a:gd name="connsiteX8" fmla="*/ 7604 w 10787"/>
              <a:gd name="connsiteY8" fmla="*/ 10970 h 20567"/>
              <a:gd name="connsiteX9" fmla="*/ 1187 w 10787"/>
              <a:gd name="connsiteY9" fmla="*/ 10940 h 20567"/>
              <a:gd name="connsiteX10" fmla="*/ 1279 w 10787"/>
              <a:gd name="connsiteY10" fmla="*/ 9442 h 20567"/>
              <a:gd name="connsiteX11" fmla="*/ 7787 w 10787"/>
              <a:gd name="connsiteY11" fmla="*/ 9467 h 20567"/>
              <a:gd name="connsiteX12" fmla="*/ 2622 w 10787"/>
              <a:gd name="connsiteY12" fmla="*/ 1872 h 20567"/>
              <a:gd name="connsiteX13" fmla="*/ 2622 w 10787"/>
              <a:gd name="connsiteY13" fmla="*/ 0 h 20567"/>
              <a:gd name="connsiteX14" fmla="*/ 3940 w 10787"/>
              <a:gd name="connsiteY14" fmla="*/ 0 h 20567"/>
              <a:gd name="connsiteX15" fmla="*/ 10467 w 10787"/>
              <a:gd name="connsiteY15" fmla="*/ 9274 h 20567"/>
              <a:gd name="connsiteX16" fmla="*/ 10529 w 10787"/>
              <a:gd name="connsiteY16" fmla="*/ 9332 h 20567"/>
              <a:gd name="connsiteX17" fmla="*/ 10777 w 10787"/>
              <a:gd name="connsiteY17" fmla="*/ 10446 h 20567"/>
              <a:gd name="connsiteX0" fmla="*/ 0 w 9508"/>
              <a:gd name="connsiteY0" fmla="*/ 9442 h 20567"/>
              <a:gd name="connsiteX1" fmla="*/ 6508 w 9508"/>
              <a:gd name="connsiteY1" fmla="*/ 9467 h 20567"/>
              <a:gd name="connsiteX2" fmla="*/ 1343 w 9508"/>
              <a:gd name="connsiteY2" fmla="*/ 1872 h 20567"/>
              <a:gd name="connsiteX3" fmla="*/ 1343 w 9508"/>
              <a:gd name="connsiteY3" fmla="*/ 0 h 20567"/>
              <a:gd name="connsiteX4" fmla="*/ 2661 w 9508"/>
              <a:gd name="connsiteY4" fmla="*/ 0 h 20567"/>
              <a:gd name="connsiteX5" fmla="*/ 9188 w 9508"/>
              <a:gd name="connsiteY5" fmla="*/ 9274 h 20567"/>
              <a:gd name="connsiteX6" fmla="*/ 9250 w 9508"/>
              <a:gd name="connsiteY6" fmla="*/ 9332 h 20567"/>
              <a:gd name="connsiteX7" fmla="*/ 9498 w 9508"/>
              <a:gd name="connsiteY7" fmla="*/ 10446 h 20567"/>
              <a:gd name="connsiteX8" fmla="*/ 9474 w 9508"/>
              <a:gd name="connsiteY8" fmla="*/ 10632 h 20567"/>
              <a:gd name="connsiteX9" fmla="*/ 9303 w 9508"/>
              <a:gd name="connsiteY9" fmla="*/ 11091 h 20567"/>
              <a:gd name="connsiteX10" fmla="*/ 9250 w 9508"/>
              <a:gd name="connsiteY10" fmla="*/ 11234 h 20567"/>
              <a:gd name="connsiteX11" fmla="*/ 9190 w 9508"/>
              <a:gd name="connsiteY11" fmla="*/ 11290 h 20567"/>
              <a:gd name="connsiteX12" fmla="*/ 2661 w 9508"/>
              <a:gd name="connsiteY12" fmla="*/ 20567 h 20567"/>
              <a:gd name="connsiteX13" fmla="*/ 1343 w 9508"/>
              <a:gd name="connsiteY13" fmla="*/ 20567 h 20567"/>
              <a:gd name="connsiteX14" fmla="*/ 1343 w 9508"/>
              <a:gd name="connsiteY14" fmla="*/ 18694 h 20567"/>
              <a:gd name="connsiteX15" fmla="*/ 6325 w 9508"/>
              <a:gd name="connsiteY15" fmla="*/ 10970 h 20567"/>
              <a:gd name="connsiteX16" fmla="*/ 1225 w 9508"/>
              <a:gd name="connsiteY16" fmla="*/ 11421 h 20567"/>
              <a:gd name="connsiteX0" fmla="*/ 227 w 10227"/>
              <a:gd name="connsiteY0" fmla="*/ 4591 h 10000"/>
              <a:gd name="connsiteX1" fmla="*/ 7072 w 10227"/>
              <a:gd name="connsiteY1" fmla="*/ 4603 h 10000"/>
              <a:gd name="connsiteX2" fmla="*/ 1639 w 10227"/>
              <a:gd name="connsiteY2" fmla="*/ 910 h 10000"/>
              <a:gd name="connsiteX3" fmla="*/ 1639 w 10227"/>
              <a:gd name="connsiteY3" fmla="*/ 0 h 10000"/>
              <a:gd name="connsiteX4" fmla="*/ 3026 w 10227"/>
              <a:gd name="connsiteY4" fmla="*/ 0 h 10000"/>
              <a:gd name="connsiteX5" fmla="*/ 9890 w 10227"/>
              <a:gd name="connsiteY5" fmla="*/ 4509 h 10000"/>
              <a:gd name="connsiteX6" fmla="*/ 9956 w 10227"/>
              <a:gd name="connsiteY6" fmla="*/ 4537 h 10000"/>
              <a:gd name="connsiteX7" fmla="*/ 10216 w 10227"/>
              <a:gd name="connsiteY7" fmla="*/ 5079 h 10000"/>
              <a:gd name="connsiteX8" fmla="*/ 10191 w 10227"/>
              <a:gd name="connsiteY8" fmla="*/ 5169 h 10000"/>
              <a:gd name="connsiteX9" fmla="*/ 10011 w 10227"/>
              <a:gd name="connsiteY9" fmla="*/ 5393 h 10000"/>
              <a:gd name="connsiteX10" fmla="*/ 9956 w 10227"/>
              <a:gd name="connsiteY10" fmla="*/ 5462 h 10000"/>
              <a:gd name="connsiteX11" fmla="*/ 9893 w 10227"/>
              <a:gd name="connsiteY11" fmla="*/ 5489 h 10000"/>
              <a:gd name="connsiteX12" fmla="*/ 3026 w 10227"/>
              <a:gd name="connsiteY12" fmla="*/ 10000 h 10000"/>
              <a:gd name="connsiteX13" fmla="*/ 1639 w 10227"/>
              <a:gd name="connsiteY13" fmla="*/ 10000 h 10000"/>
              <a:gd name="connsiteX14" fmla="*/ 1639 w 10227"/>
              <a:gd name="connsiteY14" fmla="*/ 9089 h 10000"/>
              <a:gd name="connsiteX15" fmla="*/ 6879 w 10227"/>
              <a:gd name="connsiteY15" fmla="*/ 5334 h 10000"/>
              <a:gd name="connsiteX16" fmla="*/ 0 w 10227"/>
              <a:gd name="connsiteY16" fmla="*/ 5346 h 10000"/>
              <a:gd name="connsiteX0" fmla="*/ 191 w 10191"/>
              <a:gd name="connsiteY0" fmla="*/ 4591 h 10000"/>
              <a:gd name="connsiteX1" fmla="*/ 7036 w 10191"/>
              <a:gd name="connsiteY1" fmla="*/ 4603 h 10000"/>
              <a:gd name="connsiteX2" fmla="*/ 1603 w 10191"/>
              <a:gd name="connsiteY2" fmla="*/ 910 h 10000"/>
              <a:gd name="connsiteX3" fmla="*/ 1603 w 10191"/>
              <a:gd name="connsiteY3" fmla="*/ 0 h 10000"/>
              <a:gd name="connsiteX4" fmla="*/ 2990 w 10191"/>
              <a:gd name="connsiteY4" fmla="*/ 0 h 10000"/>
              <a:gd name="connsiteX5" fmla="*/ 9854 w 10191"/>
              <a:gd name="connsiteY5" fmla="*/ 4509 h 10000"/>
              <a:gd name="connsiteX6" fmla="*/ 9920 w 10191"/>
              <a:gd name="connsiteY6" fmla="*/ 4537 h 10000"/>
              <a:gd name="connsiteX7" fmla="*/ 10180 w 10191"/>
              <a:gd name="connsiteY7" fmla="*/ 5079 h 10000"/>
              <a:gd name="connsiteX8" fmla="*/ 10155 w 10191"/>
              <a:gd name="connsiteY8" fmla="*/ 5169 h 10000"/>
              <a:gd name="connsiteX9" fmla="*/ 9975 w 10191"/>
              <a:gd name="connsiteY9" fmla="*/ 5393 h 10000"/>
              <a:gd name="connsiteX10" fmla="*/ 9920 w 10191"/>
              <a:gd name="connsiteY10" fmla="*/ 5462 h 10000"/>
              <a:gd name="connsiteX11" fmla="*/ 9857 w 10191"/>
              <a:gd name="connsiteY11" fmla="*/ 5489 h 10000"/>
              <a:gd name="connsiteX12" fmla="*/ 2990 w 10191"/>
              <a:gd name="connsiteY12" fmla="*/ 10000 h 10000"/>
              <a:gd name="connsiteX13" fmla="*/ 1603 w 10191"/>
              <a:gd name="connsiteY13" fmla="*/ 10000 h 10000"/>
              <a:gd name="connsiteX14" fmla="*/ 1603 w 10191"/>
              <a:gd name="connsiteY14" fmla="*/ 9089 h 10000"/>
              <a:gd name="connsiteX15" fmla="*/ 6843 w 10191"/>
              <a:gd name="connsiteY15" fmla="*/ 5334 h 10000"/>
              <a:gd name="connsiteX16" fmla="*/ 0 w 10191"/>
              <a:gd name="connsiteY16" fmla="*/ 5328 h 10000"/>
              <a:gd name="connsiteX0" fmla="*/ 191 w 10191"/>
              <a:gd name="connsiteY0" fmla="*/ 4591 h 10000"/>
              <a:gd name="connsiteX1" fmla="*/ 7036 w 10191"/>
              <a:gd name="connsiteY1" fmla="*/ 4603 h 10000"/>
              <a:gd name="connsiteX2" fmla="*/ 1603 w 10191"/>
              <a:gd name="connsiteY2" fmla="*/ 910 h 10000"/>
              <a:gd name="connsiteX3" fmla="*/ 1603 w 10191"/>
              <a:gd name="connsiteY3" fmla="*/ 0 h 10000"/>
              <a:gd name="connsiteX4" fmla="*/ 2990 w 10191"/>
              <a:gd name="connsiteY4" fmla="*/ 0 h 10000"/>
              <a:gd name="connsiteX5" fmla="*/ 9854 w 10191"/>
              <a:gd name="connsiteY5" fmla="*/ 4509 h 10000"/>
              <a:gd name="connsiteX6" fmla="*/ 9920 w 10191"/>
              <a:gd name="connsiteY6" fmla="*/ 4537 h 10000"/>
              <a:gd name="connsiteX7" fmla="*/ 10180 w 10191"/>
              <a:gd name="connsiteY7" fmla="*/ 5079 h 10000"/>
              <a:gd name="connsiteX8" fmla="*/ 10155 w 10191"/>
              <a:gd name="connsiteY8" fmla="*/ 5169 h 10000"/>
              <a:gd name="connsiteX9" fmla="*/ 9975 w 10191"/>
              <a:gd name="connsiteY9" fmla="*/ 5393 h 10000"/>
              <a:gd name="connsiteX10" fmla="*/ 9920 w 10191"/>
              <a:gd name="connsiteY10" fmla="*/ 5462 h 10000"/>
              <a:gd name="connsiteX11" fmla="*/ 9857 w 10191"/>
              <a:gd name="connsiteY11" fmla="*/ 5489 h 10000"/>
              <a:gd name="connsiteX12" fmla="*/ 2990 w 10191"/>
              <a:gd name="connsiteY12" fmla="*/ 10000 h 10000"/>
              <a:gd name="connsiteX13" fmla="*/ 1603 w 10191"/>
              <a:gd name="connsiteY13" fmla="*/ 10000 h 10000"/>
              <a:gd name="connsiteX14" fmla="*/ 1603 w 10191"/>
              <a:gd name="connsiteY14" fmla="*/ 9089 h 10000"/>
              <a:gd name="connsiteX15" fmla="*/ 6843 w 10191"/>
              <a:gd name="connsiteY15" fmla="*/ 5334 h 10000"/>
              <a:gd name="connsiteX16" fmla="*/ 0 w 10191"/>
              <a:gd name="connsiteY16" fmla="*/ 5340 h 10000"/>
              <a:gd name="connsiteX0" fmla="*/ 119 w 10191"/>
              <a:gd name="connsiteY0" fmla="*/ 4609 h 10000"/>
              <a:gd name="connsiteX1" fmla="*/ 7036 w 10191"/>
              <a:gd name="connsiteY1" fmla="*/ 4603 h 10000"/>
              <a:gd name="connsiteX2" fmla="*/ 1603 w 10191"/>
              <a:gd name="connsiteY2" fmla="*/ 910 h 10000"/>
              <a:gd name="connsiteX3" fmla="*/ 1603 w 10191"/>
              <a:gd name="connsiteY3" fmla="*/ 0 h 10000"/>
              <a:gd name="connsiteX4" fmla="*/ 2990 w 10191"/>
              <a:gd name="connsiteY4" fmla="*/ 0 h 10000"/>
              <a:gd name="connsiteX5" fmla="*/ 9854 w 10191"/>
              <a:gd name="connsiteY5" fmla="*/ 4509 h 10000"/>
              <a:gd name="connsiteX6" fmla="*/ 9920 w 10191"/>
              <a:gd name="connsiteY6" fmla="*/ 4537 h 10000"/>
              <a:gd name="connsiteX7" fmla="*/ 10180 w 10191"/>
              <a:gd name="connsiteY7" fmla="*/ 5079 h 10000"/>
              <a:gd name="connsiteX8" fmla="*/ 10155 w 10191"/>
              <a:gd name="connsiteY8" fmla="*/ 5169 h 10000"/>
              <a:gd name="connsiteX9" fmla="*/ 9975 w 10191"/>
              <a:gd name="connsiteY9" fmla="*/ 5393 h 10000"/>
              <a:gd name="connsiteX10" fmla="*/ 9920 w 10191"/>
              <a:gd name="connsiteY10" fmla="*/ 5462 h 10000"/>
              <a:gd name="connsiteX11" fmla="*/ 9857 w 10191"/>
              <a:gd name="connsiteY11" fmla="*/ 5489 h 10000"/>
              <a:gd name="connsiteX12" fmla="*/ 2990 w 10191"/>
              <a:gd name="connsiteY12" fmla="*/ 10000 h 10000"/>
              <a:gd name="connsiteX13" fmla="*/ 1603 w 10191"/>
              <a:gd name="connsiteY13" fmla="*/ 10000 h 10000"/>
              <a:gd name="connsiteX14" fmla="*/ 1603 w 10191"/>
              <a:gd name="connsiteY14" fmla="*/ 9089 h 10000"/>
              <a:gd name="connsiteX15" fmla="*/ 6843 w 10191"/>
              <a:gd name="connsiteY15" fmla="*/ 5334 h 10000"/>
              <a:gd name="connsiteX16" fmla="*/ 0 w 10191"/>
              <a:gd name="connsiteY16" fmla="*/ 5340 h 10000"/>
              <a:gd name="connsiteX0" fmla="*/ 83 w 10191"/>
              <a:gd name="connsiteY0" fmla="*/ 4591 h 10000"/>
              <a:gd name="connsiteX1" fmla="*/ 7036 w 10191"/>
              <a:gd name="connsiteY1" fmla="*/ 4603 h 10000"/>
              <a:gd name="connsiteX2" fmla="*/ 1603 w 10191"/>
              <a:gd name="connsiteY2" fmla="*/ 910 h 10000"/>
              <a:gd name="connsiteX3" fmla="*/ 1603 w 10191"/>
              <a:gd name="connsiteY3" fmla="*/ 0 h 10000"/>
              <a:gd name="connsiteX4" fmla="*/ 2990 w 10191"/>
              <a:gd name="connsiteY4" fmla="*/ 0 h 10000"/>
              <a:gd name="connsiteX5" fmla="*/ 9854 w 10191"/>
              <a:gd name="connsiteY5" fmla="*/ 4509 h 10000"/>
              <a:gd name="connsiteX6" fmla="*/ 9920 w 10191"/>
              <a:gd name="connsiteY6" fmla="*/ 4537 h 10000"/>
              <a:gd name="connsiteX7" fmla="*/ 10180 w 10191"/>
              <a:gd name="connsiteY7" fmla="*/ 5079 h 10000"/>
              <a:gd name="connsiteX8" fmla="*/ 10155 w 10191"/>
              <a:gd name="connsiteY8" fmla="*/ 5169 h 10000"/>
              <a:gd name="connsiteX9" fmla="*/ 9975 w 10191"/>
              <a:gd name="connsiteY9" fmla="*/ 5393 h 10000"/>
              <a:gd name="connsiteX10" fmla="*/ 9920 w 10191"/>
              <a:gd name="connsiteY10" fmla="*/ 5462 h 10000"/>
              <a:gd name="connsiteX11" fmla="*/ 9857 w 10191"/>
              <a:gd name="connsiteY11" fmla="*/ 5489 h 10000"/>
              <a:gd name="connsiteX12" fmla="*/ 2990 w 10191"/>
              <a:gd name="connsiteY12" fmla="*/ 10000 h 10000"/>
              <a:gd name="connsiteX13" fmla="*/ 1603 w 10191"/>
              <a:gd name="connsiteY13" fmla="*/ 10000 h 10000"/>
              <a:gd name="connsiteX14" fmla="*/ 1603 w 10191"/>
              <a:gd name="connsiteY14" fmla="*/ 9089 h 10000"/>
              <a:gd name="connsiteX15" fmla="*/ 6843 w 10191"/>
              <a:gd name="connsiteY15" fmla="*/ 5334 h 10000"/>
              <a:gd name="connsiteX16" fmla="*/ 0 w 10191"/>
              <a:gd name="connsiteY16" fmla="*/ 534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191" h="10000" extrusionOk="0">
                <a:moveTo>
                  <a:pt x="83" y="4591"/>
                </a:moveTo>
                <a:lnTo>
                  <a:pt x="7036" y="4603"/>
                </a:lnTo>
                <a:lnTo>
                  <a:pt x="1603" y="910"/>
                </a:lnTo>
                <a:cubicBezTo>
                  <a:pt x="1221" y="659"/>
                  <a:pt x="1221" y="251"/>
                  <a:pt x="1603" y="0"/>
                </a:cubicBezTo>
                <a:cubicBezTo>
                  <a:pt x="1986" y="-251"/>
                  <a:pt x="2607" y="-251"/>
                  <a:pt x="2990" y="0"/>
                </a:cubicBezTo>
                <a:lnTo>
                  <a:pt x="9854" y="4509"/>
                </a:lnTo>
                <a:cubicBezTo>
                  <a:pt x="9874" y="4520"/>
                  <a:pt x="9901" y="4525"/>
                  <a:pt x="9920" y="4537"/>
                </a:cubicBezTo>
                <a:cubicBezTo>
                  <a:pt x="10146" y="4686"/>
                  <a:pt x="10222" y="4886"/>
                  <a:pt x="10180" y="5079"/>
                </a:cubicBezTo>
                <a:cubicBezTo>
                  <a:pt x="10176" y="5111"/>
                  <a:pt x="10167" y="5139"/>
                  <a:pt x="10155" y="5169"/>
                </a:cubicBezTo>
                <a:cubicBezTo>
                  <a:pt x="10119" y="5250"/>
                  <a:pt x="10060" y="5324"/>
                  <a:pt x="9975" y="5393"/>
                </a:cubicBezTo>
                <a:cubicBezTo>
                  <a:pt x="9950" y="5414"/>
                  <a:pt x="9950" y="5442"/>
                  <a:pt x="9920" y="5462"/>
                </a:cubicBezTo>
                <a:cubicBezTo>
                  <a:pt x="9901" y="5474"/>
                  <a:pt x="9877" y="5478"/>
                  <a:pt x="9857" y="5489"/>
                </a:cubicBezTo>
                <a:lnTo>
                  <a:pt x="2990" y="10000"/>
                </a:lnTo>
                <a:cubicBezTo>
                  <a:pt x="2607" y="10251"/>
                  <a:pt x="1986" y="10251"/>
                  <a:pt x="1603" y="10000"/>
                </a:cubicBezTo>
                <a:cubicBezTo>
                  <a:pt x="1221" y="9749"/>
                  <a:pt x="1221" y="9341"/>
                  <a:pt x="1603" y="9089"/>
                </a:cubicBezTo>
                <a:lnTo>
                  <a:pt x="6843" y="5334"/>
                </a:lnTo>
                <a:lnTo>
                  <a:pt x="0" y="5340"/>
                </a:lnTo>
              </a:path>
            </a:pathLst>
          </a:cu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2" name="Shape 160"/>
          <p:cNvSpPr/>
          <p:nvPr userDrawn="1"/>
        </p:nvSpPr>
        <p:spPr>
          <a:xfrm>
            <a:off x="359345" y="352373"/>
            <a:ext cx="360000" cy="347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342" extrusionOk="0">
                <a:moveTo>
                  <a:pt x="21561" y="10834"/>
                </a:moveTo>
                <a:cubicBezTo>
                  <a:pt x="21557" y="10900"/>
                  <a:pt x="21548" y="10957"/>
                  <a:pt x="21537" y="11020"/>
                </a:cubicBezTo>
                <a:cubicBezTo>
                  <a:pt x="21503" y="11186"/>
                  <a:pt x="21446" y="11338"/>
                  <a:pt x="21366" y="11479"/>
                </a:cubicBezTo>
                <a:cubicBezTo>
                  <a:pt x="21342" y="11523"/>
                  <a:pt x="21342" y="11581"/>
                  <a:pt x="21313" y="11622"/>
                </a:cubicBezTo>
                <a:cubicBezTo>
                  <a:pt x="21295" y="11647"/>
                  <a:pt x="21272" y="11655"/>
                  <a:pt x="21253" y="11678"/>
                </a:cubicBezTo>
                <a:lnTo>
                  <a:pt x="14724" y="20955"/>
                </a:lnTo>
                <a:cubicBezTo>
                  <a:pt x="14360" y="21471"/>
                  <a:pt x="13770" y="21471"/>
                  <a:pt x="13406" y="20955"/>
                </a:cubicBezTo>
                <a:cubicBezTo>
                  <a:pt x="13042" y="20438"/>
                  <a:pt x="13042" y="19599"/>
                  <a:pt x="13406" y="19082"/>
                </a:cubicBezTo>
                <a:lnTo>
                  <a:pt x="18388" y="12005"/>
                </a:lnTo>
                <a:lnTo>
                  <a:pt x="938" y="12005"/>
                </a:lnTo>
                <a:cubicBezTo>
                  <a:pt x="420" y="12005"/>
                  <a:pt x="0" y="11407"/>
                  <a:pt x="0" y="10671"/>
                </a:cubicBezTo>
                <a:cubicBezTo>
                  <a:pt x="0" y="9935"/>
                  <a:pt x="420" y="9338"/>
                  <a:pt x="938" y="9338"/>
                </a:cubicBezTo>
                <a:lnTo>
                  <a:pt x="18388" y="9338"/>
                </a:lnTo>
                <a:lnTo>
                  <a:pt x="13406" y="2260"/>
                </a:lnTo>
                <a:cubicBezTo>
                  <a:pt x="13042" y="1743"/>
                  <a:pt x="13042" y="904"/>
                  <a:pt x="13406" y="388"/>
                </a:cubicBezTo>
                <a:cubicBezTo>
                  <a:pt x="13770" y="-129"/>
                  <a:pt x="14360" y="-129"/>
                  <a:pt x="14724" y="388"/>
                </a:cubicBezTo>
                <a:lnTo>
                  <a:pt x="21251" y="9662"/>
                </a:lnTo>
                <a:cubicBezTo>
                  <a:pt x="21270" y="9685"/>
                  <a:pt x="21295" y="9694"/>
                  <a:pt x="21313" y="9720"/>
                </a:cubicBezTo>
                <a:cubicBezTo>
                  <a:pt x="21528" y="10025"/>
                  <a:pt x="21600" y="10438"/>
                  <a:pt x="21561" y="1083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lvl="0" defTabSz="914400">
              <a:defRPr sz="56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065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E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5050"/>
            <a:ext cx="12192000" cy="10254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Elipse 1"/>
          <p:cNvSpPr/>
          <p:nvPr userDrawn="1"/>
        </p:nvSpPr>
        <p:spPr>
          <a:xfrm>
            <a:off x="152484" y="125842"/>
            <a:ext cx="773723" cy="77372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421"/>
          <p:cNvSpPr>
            <a:spLocks noChangeAspect="1"/>
          </p:cNvSpPr>
          <p:nvPr userDrawn="1"/>
        </p:nvSpPr>
        <p:spPr>
          <a:xfrm>
            <a:off x="351692" y="316523"/>
            <a:ext cx="399219" cy="414730"/>
          </a:xfrm>
          <a:custGeom>
            <a:avLst/>
            <a:gdLst/>
            <a:ahLst/>
            <a:cxnLst/>
            <a:rect l="l" t="t" r="r" b="b"/>
            <a:pathLst>
              <a:path w="394395" h="430453">
                <a:moveTo>
                  <a:pt x="106768" y="0"/>
                </a:moveTo>
                <a:cubicBezTo>
                  <a:pt x="136441" y="0"/>
                  <a:pt x="162077" y="10611"/>
                  <a:pt x="183675" y="31833"/>
                </a:cubicBezTo>
                <a:lnTo>
                  <a:pt x="354110" y="202550"/>
                </a:lnTo>
                <a:cubicBezTo>
                  <a:pt x="355988" y="204428"/>
                  <a:pt x="356927" y="206493"/>
                  <a:pt x="356927" y="208747"/>
                </a:cubicBezTo>
                <a:cubicBezTo>
                  <a:pt x="356927" y="211752"/>
                  <a:pt x="354062" y="216119"/>
                  <a:pt x="348335" y="221847"/>
                </a:cubicBezTo>
                <a:cubicBezTo>
                  <a:pt x="342607" y="227575"/>
                  <a:pt x="338240" y="230439"/>
                  <a:pt x="335236" y="230439"/>
                </a:cubicBezTo>
                <a:cubicBezTo>
                  <a:pt x="332793" y="230439"/>
                  <a:pt x="330634" y="229500"/>
                  <a:pt x="328756" y="227622"/>
                </a:cubicBezTo>
                <a:lnTo>
                  <a:pt x="158039" y="56624"/>
                </a:lnTo>
                <a:cubicBezTo>
                  <a:pt x="143203" y="42162"/>
                  <a:pt x="126207" y="34932"/>
                  <a:pt x="107050" y="34932"/>
                </a:cubicBezTo>
                <a:cubicBezTo>
                  <a:pt x="87142" y="34932"/>
                  <a:pt x="70334" y="41975"/>
                  <a:pt x="56624" y="56060"/>
                </a:cubicBezTo>
                <a:cubicBezTo>
                  <a:pt x="42913" y="70146"/>
                  <a:pt x="36059" y="87142"/>
                  <a:pt x="36059" y="107050"/>
                </a:cubicBezTo>
                <a:cubicBezTo>
                  <a:pt x="36059" y="126769"/>
                  <a:pt x="43195" y="143766"/>
                  <a:pt x="57469" y="158039"/>
                </a:cubicBezTo>
                <a:lnTo>
                  <a:pt x="276076" y="376928"/>
                </a:lnTo>
                <a:cubicBezTo>
                  <a:pt x="287908" y="388760"/>
                  <a:pt x="301524" y="394676"/>
                  <a:pt x="316924" y="394676"/>
                </a:cubicBezTo>
                <a:cubicBezTo>
                  <a:pt x="328944" y="394676"/>
                  <a:pt x="338898" y="390732"/>
                  <a:pt x="346786" y="382844"/>
                </a:cubicBezTo>
                <a:cubicBezTo>
                  <a:pt x="354673" y="374956"/>
                  <a:pt x="358617" y="365003"/>
                  <a:pt x="358617" y="352983"/>
                </a:cubicBezTo>
                <a:cubicBezTo>
                  <a:pt x="358617" y="337583"/>
                  <a:pt x="352701" y="323967"/>
                  <a:pt x="340870" y="312135"/>
                </a:cubicBezTo>
                <a:lnTo>
                  <a:pt x="177196" y="148461"/>
                </a:lnTo>
                <a:cubicBezTo>
                  <a:pt x="172312" y="143954"/>
                  <a:pt x="166678" y="141700"/>
                  <a:pt x="160293" y="141700"/>
                </a:cubicBezTo>
                <a:cubicBezTo>
                  <a:pt x="154847" y="141700"/>
                  <a:pt x="150339" y="143484"/>
                  <a:pt x="146771" y="147053"/>
                </a:cubicBezTo>
                <a:cubicBezTo>
                  <a:pt x="143203" y="150621"/>
                  <a:pt x="141418" y="155128"/>
                  <a:pt x="141418" y="160575"/>
                </a:cubicBezTo>
                <a:cubicBezTo>
                  <a:pt x="141418" y="166585"/>
                  <a:pt x="143766" y="172125"/>
                  <a:pt x="148462" y="177196"/>
                </a:cubicBezTo>
                <a:lnTo>
                  <a:pt x="263963" y="292697"/>
                </a:lnTo>
                <a:cubicBezTo>
                  <a:pt x="265840" y="294575"/>
                  <a:pt x="266780" y="296641"/>
                  <a:pt x="266780" y="298894"/>
                </a:cubicBezTo>
                <a:cubicBezTo>
                  <a:pt x="266780" y="301899"/>
                  <a:pt x="263868" y="306313"/>
                  <a:pt x="258047" y="312135"/>
                </a:cubicBezTo>
                <a:cubicBezTo>
                  <a:pt x="252224" y="317957"/>
                  <a:pt x="247811" y="320868"/>
                  <a:pt x="244806" y="320868"/>
                </a:cubicBezTo>
                <a:cubicBezTo>
                  <a:pt x="242553" y="320868"/>
                  <a:pt x="240487" y="319929"/>
                  <a:pt x="238609" y="318051"/>
                </a:cubicBezTo>
                <a:lnTo>
                  <a:pt x="123107" y="202550"/>
                </a:lnTo>
                <a:cubicBezTo>
                  <a:pt x="111275" y="191093"/>
                  <a:pt x="105360" y="177102"/>
                  <a:pt x="105360" y="160575"/>
                </a:cubicBezTo>
                <a:cubicBezTo>
                  <a:pt x="105360" y="145175"/>
                  <a:pt x="110712" y="132122"/>
                  <a:pt x="121417" y="121417"/>
                </a:cubicBezTo>
                <a:cubicBezTo>
                  <a:pt x="132122" y="110712"/>
                  <a:pt x="145175" y="105360"/>
                  <a:pt x="160575" y="105360"/>
                </a:cubicBezTo>
                <a:cubicBezTo>
                  <a:pt x="177102" y="105360"/>
                  <a:pt x="191093" y="111275"/>
                  <a:pt x="202550" y="123107"/>
                </a:cubicBezTo>
                <a:lnTo>
                  <a:pt x="366223" y="286781"/>
                </a:lnTo>
                <a:cubicBezTo>
                  <a:pt x="385004" y="305186"/>
                  <a:pt x="394395" y="327253"/>
                  <a:pt x="394395" y="352983"/>
                </a:cubicBezTo>
                <a:cubicBezTo>
                  <a:pt x="394395" y="374956"/>
                  <a:pt x="386976" y="393361"/>
                  <a:pt x="372139" y="408198"/>
                </a:cubicBezTo>
                <a:cubicBezTo>
                  <a:pt x="357302" y="423035"/>
                  <a:pt x="338898" y="430453"/>
                  <a:pt x="316924" y="430453"/>
                </a:cubicBezTo>
                <a:cubicBezTo>
                  <a:pt x="291570" y="430453"/>
                  <a:pt x="269503" y="421063"/>
                  <a:pt x="250722" y="402282"/>
                </a:cubicBezTo>
                <a:lnTo>
                  <a:pt x="31833" y="183675"/>
                </a:lnTo>
                <a:cubicBezTo>
                  <a:pt x="10611" y="162077"/>
                  <a:pt x="0" y="136629"/>
                  <a:pt x="0" y="107331"/>
                </a:cubicBezTo>
                <a:cubicBezTo>
                  <a:pt x="0" y="77470"/>
                  <a:pt x="10329" y="52116"/>
                  <a:pt x="30988" y="31270"/>
                </a:cubicBezTo>
                <a:cubicBezTo>
                  <a:pt x="51647" y="10423"/>
                  <a:pt x="76907" y="0"/>
                  <a:pt x="10676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 rotWithShape="1">
          <a:blip r:embed="rId2"/>
          <a:srcRect l="-1" r="21148"/>
          <a:stretch/>
        </p:blipFill>
        <p:spPr>
          <a:xfrm>
            <a:off x="9124991" y="1640017"/>
            <a:ext cx="3067006" cy="4041998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7034" y="557510"/>
            <a:ext cx="10758733" cy="4187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Click here to modify the title style of the master</a:t>
            </a:r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8691" y="203587"/>
            <a:ext cx="10633548" cy="3048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979CEAF-B279-4714-85C3-15E8F496C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3" y="6421267"/>
            <a:ext cx="2114116" cy="3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536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>
                <a:solidFill>
                  <a:srgbClr val="6E7678"/>
                </a:solidFill>
              </a:rPr>
              <a:t>Our purpose is to help people and businesses prosper.</a:t>
            </a:r>
          </a:p>
          <a:p>
            <a:endParaRPr lang="es-ES" sz="1400">
              <a:solidFill>
                <a:srgbClr val="6E7678"/>
              </a:solidFill>
            </a:endParaRPr>
          </a:p>
          <a:p>
            <a:r>
              <a:rPr lang="es-ES" sz="1400">
                <a:solidFill>
                  <a:srgbClr val="6E7678"/>
                </a:solidFill>
              </a:rPr>
              <a:t>Our culture is based on the belief that everything we do should be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>
                <a:solidFill>
                  <a:srgbClr val="EB0000"/>
                </a:solidFill>
              </a:rPr>
              <a:t>Thank you.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75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LINEA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622" y="583636"/>
            <a:ext cx="10758733" cy="330764"/>
          </a:xfrm>
        </p:spPr>
        <p:txBody>
          <a:bodyPr anchor="t" anchorCtr="0">
            <a:noAutofit/>
          </a:bodyPr>
          <a:lstStyle>
            <a:lvl1pPr>
              <a:defRPr lang="es-ES" sz="16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/>
              <a:t>Click here to modify the title style of the master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622" y="203587"/>
            <a:ext cx="10633548" cy="304800"/>
          </a:xfrm>
        </p:spPr>
        <p:txBody>
          <a:bodyPr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s-ES" sz="20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22" y="979705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3850" indent="-171450">
              <a:buFont typeface="Arial" panose="020B0604020202020204" pitchFamily="34" charset="0"/>
              <a:buChar char="•"/>
              <a:defRPr lang="es-E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>
              <a:buFont typeface="Courier New" panose="02070309020205020404" pitchFamily="49" charset="0"/>
              <a:buChar char="o"/>
              <a:defRPr lang="es-E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s-ES"/>
              <a:t>Editing the text styles of the master</a:t>
            </a:r>
          </a:p>
          <a:p>
            <a:pPr marL="211138" lvl="1" indent="-211138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err="1"/>
              <a:t>Fsfsfs</a:t>
            </a:r>
            <a:endParaRPr lang="es-ES"/>
          </a:p>
          <a:p>
            <a:pPr marL="304800" lvl="2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buChar char="│"/>
            </a:pPr>
            <a:r>
              <a:rPr lang="es-ES" err="1"/>
              <a:t>fsfsfsfs</a:t>
            </a:r>
            <a:endParaRPr lang="es-ES"/>
          </a:p>
          <a:p>
            <a:pPr marL="527050" lvl="3" indent="-2222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Segoe UI Symbol" panose="020B0502040204020203" pitchFamily="34" charset="0"/>
              <a:buChar char="▶"/>
            </a:pPr>
            <a:r>
              <a:rPr lang="es-ES" err="1"/>
              <a:t>bgsfs</a:t>
            </a:r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C8CD8C9-A065-434D-84EB-1D6C76D3D4E0}"/>
              </a:ext>
            </a:extLst>
          </p:cNvPr>
          <p:cNvSpPr/>
          <p:nvPr userDrawn="1"/>
        </p:nvSpPr>
        <p:spPr>
          <a:xfrm flipV="1">
            <a:off x="0" y="530226"/>
            <a:ext cx="12204000" cy="108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s-ES" ker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62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IOR LINEA SUPERIOR E INF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622" y="583636"/>
            <a:ext cx="10758733" cy="330764"/>
          </a:xfrm>
        </p:spPr>
        <p:txBody>
          <a:bodyPr anchor="t" anchorCtr="0">
            <a:noAutofit/>
          </a:bodyPr>
          <a:lstStyle>
            <a:lvl1pPr>
              <a:defRPr lang="es-ES" sz="16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s-ES"/>
              <a:t>Click here to modify the title style of the master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622" y="203587"/>
            <a:ext cx="10633548" cy="304800"/>
          </a:xfrm>
        </p:spPr>
        <p:txBody>
          <a:bodyPr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s-ES" sz="20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Editing the text styles of the master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22" y="979705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3850" indent="-171450">
              <a:buFont typeface="Arial" panose="020B0604020202020204" pitchFamily="34" charset="0"/>
              <a:buChar char="•"/>
              <a:defRPr lang="es-E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>
              <a:buFont typeface="Courier New" panose="02070309020205020404" pitchFamily="49" charset="0"/>
              <a:buChar char="o"/>
              <a:defRPr lang="es-ES" sz="12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s-ES"/>
              <a:t>Editing the text styles of the master</a:t>
            </a:r>
          </a:p>
          <a:p>
            <a:pPr marL="211138" lvl="1" indent="-211138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err="1"/>
              <a:t>Fsfsfs</a:t>
            </a:r>
            <a:endParaRPr lang="es-ES"/>
          </a:p>
          <a:p>
            <a:pPr marL="304800" lvl="2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buChar char="│"/>
            </a:pPr>
            <a:r>
              <a:rPr lang="es-ES" err="1"/>
              <a:t>fsfsfsfs</a:t>
            </a:r>
            <a:endParaRPr lang="es-ES"/>
          </a:p>
          <a:p>
            <a:pPr marL="527050" lvl="3" indent="-2222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Segoe UI Symbol" panose="020B0502040204020203" pitchFamily="34" charset="0"/>
              <a:buChar char="▶"/>
            </a:pPr>
            <a:r>
              <a:rPr lang="es-ES" err="1"/>
              <a:t>bgsfs</a:t>
            </a:r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C8CD8C9-A065-434D-84EB-1D6C76D3D4E0}"/>
              </a:ext>
            </a:extLst>
          </p:cNvPr>
          <p:cNvSpPr/>
          <p:nvPr userDrawn="1"/>
        </p:nvSpPr>
        <p:spPr>
          <a:xfrm flipV="1">
            <a:off x="0" y="530226"/>
            <a:ext cx="12204000" cy="108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s-ES" kern="0">
              <a:solidFill>
                <a:prstClr val="black"/>
              </a:solidFill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992201A-30EE-4703-9920-5C1C70A32430}"/>
              </a:ext>
            </a:extLst>
          </p:cNvPr>
          <p:cNvCxnSpPr>
            <a:cxnSpLocks/>
          </p:cNvCxnSpPr>
          <p:nvPr userDrawn="1"/>
        </p:nvCxnSpPr>
        <p:spPr>
          <a:xfrm>
            <a:off x="833090" y="6393237"/>
            <a:ext cx="1136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54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13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4773-9F54-4446-9BFF-5A59F72B91B3}" type="datetimeFigureOut">
              <a:rPr lang="es-ES" smtClean="0"/>
              <a:t>11/11/2025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ED07F-701E-4D1E-88FF-516B2E303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22204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384" y="646792"/>
            <a:ext cx="11281833" cy="1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521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Click to modify the title style of the master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Editing the text styles of the master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F2923B6-3953-4252-89A5-3D0E22CAB390}"/>
              </a:ext>
            </a:extLst>
          </p:cNvPr>
          <p:cNvSpPr txBox="1"/>
          <p:nvPr userDrawn="1"/>
        </p:nvSpPr>
        <p:spPr>
          <a:xfrm>
            <a:off x="9989820" y="6465591"/>
            <a:ext cx="1478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FEB5321-8470-44EE-BE97-4FF79861D33A}" type="slidenum">
              <a:rPr lang="en-GB" sz="1200" smtClean="0">
                <a:solidFill>
                  <a:srgbClr val="EB0000"/>
                </a:solidFill>
              </a:rPr>
              <a:pPr algn="r"/>
              <a:t>‹Nº›</a:t>
            </a:fld>
            <a:endParaRPr lang="en-GB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482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3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9F88F28D-0731-E861-AD7E-CF306C65B866}"/>
              </a:ext>
            </a:extLst>
          </p:cNvPr>
          <p:cNvSpPr txBox="1">
            <a:spLocks/>
          </p:cNvSpPr>
          <p:nvPr/>
        </p:nvSpPr>
        <p:spPr>
          <a:xfrm>
            <a:off x="631401" y="216180"/>
            <a:ext cx="9044130" cy="434945"/>
          </a:xfr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Sistemas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D997FA8-F28D-80FE-2392-9A94603ACA19}"/>
              </a:ext>
            </a:extLst>
          </p:cNvPr>
          <p:cNvSpPr/>
          <p:nvPr/>
        </p:nvSpPr>
        <p:spPr>
          <a:xfrm>
            <a:off x="4207060" y="2276832"/>
            <a:ext cx="4445467" cy="292208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FMIS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50CDC31E-2E11-AE5F-B73A-151230502478}"/>
              </a:ext>
            </a:extLst>
          </p:cNvPr>
          <p:cNvSpPr/>
          <p:nvPr/>
        </p:nvSpPr>
        <p:spPr>
          <a:xfrm>
            <a:off x="433099" y="2043107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Mercurio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C55693D0-93CA-E006-1931-CB49984D9191}"/>
              </a:ext>
            </a:extLst>
          </p:cNvPr>
          <p:cNvSpPr/>
          <p:nvPr/>
        </p:nvSpPr>
        <p:spPr>
          <a:xfrm>
            <a:off x="433099" y="2398707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Equation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45CFA533-1607-B318-C7E2-A1357280578E}"/>
              </a:ext>
            </a:extLst>
          </p:cNvPr>
          <p:cNvSpPr/>
          <p:nvPr/>
        </p:nvSpPr>
        <p:spPr>
          <a:xfrm>
            <a:off x="426476" y="2742040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Loan IQ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798C7635-AB2F-CD33-0BF0-0684588F7EFA}"/>
              </a:ext>
            </a:extLst>
          </p:cNvPr>
          <p:cNvSpPr/>
          <p:nvPr/>
        </p:nvSpPr>
        <p:spPr>
          <a:xfrm>
            <a:off x="426476" y="3085373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Confirming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917E8A79-137B-4332-329C-A963486FFDEE}"/>
              </a:ext>
            </a:extLst>
          </p:cNvPr>
          <p:cNvSpPr/>
          <p:nvPr/>
        </p:nvSpPr>
        <p:spPr>
          <a:xfrm>
            <a:off x="426476" y="3428706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13EC4CCE-4DB5-0285-A201-18398A11DE81}"/>
              </a:ext>
            </a:extLst>
          </p:cNvPr>
          <p:cNvSpPr/>
          <p:nvPr/>
        </p:nvSpPr>
        <p:spPr>
          <a:xfrm>
            <a:off x="426476" y="3772039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</a:p>
        </p:txBody>
      </p:sp>
      <p:cxnSp>
        <p:nvCxnSpPr>
          <p:cNvPr id="64" name="Conector: angular 63">
            <a:extLst>
              <a:ext uri="{FF2B5EF4-FFF2-40B4-BE49-F238E27FC236}">
                <a16:creationId xmlns:a16="http://schemas.microsoft.com/office/drawing/2014/main" id="{4843DBFD-F8A0-4A99-437A-8377F96F3A60}"/>
              </a:ext>
            </a:extLst>
          </p:cNvPr>
          <p:cNvCxnSpPr>
            <a:cxnSpLocks/>
            <a:stCxn id="24" idx="3"/>
            <a:endCxn id="174" idx="1"/>
          </p:cNvCxnSpPr>
          <p:nvPr/>
        </p:nvCxnSpPr>
        <p:spPr>
          <a:xfrm>
            <a:off x="1347499" y="2183252"/>
            <a:ext cx="809087" cy="8389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B1172F6A-C3FA-C420-5F15-97EEEEC5FF66}"/>
              </a:ext>
            </a:extLst>
          </p:cNvPr>
          <p:cNvCxnSpPr>
            <a:cxnSpLocks/>
            <a:stCxn id="25" idx="3"/>
            <a:endCxn id="174" idx="1"/>
          </p:cNvCxnSpPr>
          <p:nvPr/>
        </p:nvCxnSpPr>
        <p:spPr>
          <a:xfrm>
            <a:off x="1347499" y="2538852"/>
            <a:ext cx="809087" cy="4833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2964BA03-BAF0-DA39-0230-B94A0909FC07}"/>
              </a:ext>
            </a:extLst>
          </p:cNvPr>
          <p:cNvCxnSpPr>
            <a:cxnSpLocks/>
            <a:stCxn id="27" idx="3"/>
            <a:endCxn id="174" idx="1"/>
          </p:cNvCxnSpPr>
          <p:nvPr/>
        </p:nvCxnSpPr>
        <p:spPr>
          <a:xfrm>
            <a:off x="1340876" y="2882185"/>
            <a:ext cx="815710" cy="14002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: angular 83">
            <a:extLst>
              <a:ext uri="{FF2B5EF4-FFF2-40B4-BE49-F238E27FC236}">
                <a16:creationId xmlns:a16="http://schemas.microsoft.com/office/drawing/2014/main" id="{F868DCA9-8B8E-7F86-3D72-1919821F9DBF}"/>
              </a:ext>
            </a:extLst>
          </p:cNvPr>
          <p:cNvCxnSpPr>
            <a:cxnSpLocks/>
            <a:stCxn id="38" idx="3"/>
            <a:endCxn id="174" idx="1"/>
          </p:cNvCxnSpPr>
          <p:nvPr/>
        </p:nvCxnSpPr>
        <p:spPr>
          <a:xfrm flipV="1">
            <a:off x="1340876" y="3022212"/>
            <a:ext cx="815710" cy="20330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: angular 91">
            <a:extLst>
              <a:ext uri="{FF2B5EF4-FFF2-40B4-BE49-F238E27FC236}">
                <a16:creationId xmlns:a16="http://schemas.microsoft.com/office/drawing/2014/main" id="{66CE0F53-1AF6-D586-423E-20D2C3113F44}"/>
              </a:ext>
            </a:extLst>
          </p:cNvPr>
          <p:cNvCxnSpPr>
            <a:cxnSpLocks/>
            <a:stCxn id="61" idx="3"/>
            <a:endCxn id="174" idx="1"/>
          </p:cNvCxnSpPr>
          <p:nvPr/>
        </p:nvCxnSpPr>
        <p:spPr>
          <a:xfrm flipV="1">
            <a:off x="1340876" y="3022212"/>
            <a:ext cx="815710" cy="54663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ector: angular 141">
            <a:extLst>
              <a:ext uri="{FF2B5EF4-FFF2-40B4-BE49-F238E27FC236}">
                <a16:creationId xmlns:a16="http://schemas.microsoft.com/office/drawing/2014/main" id="{656179DB-88EC-678B-CCCE-6C93CD82D71D}"/>
              </a:ext>
            </a:extLst>
          </p:cNvPr>
          <p:cNvCxnSpPr>
            <a:cxnSpLocks/>
            <a:stCxn id="62" idx="3"/>
            <a:endCxn id="174" idx="1"/>
          </p:cNvCxnSpPr>
          <p:nvPr/>
        </p:nvCxnSpPr>
        <p:spPr>
          <a:xfrm flipV="1">
            <a:off x="1340876" y="3022212"/>
            <a:ext cx="815710" cy="88997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: angular 159">
            <a:extLst>
              <a:ext uri="{FF2B5EF4-FFF2-40B4-BE49-F238E27FC236}">
                <a16:creationId xmlns:a16="http://schemas.microsoft.com/office/drawing/2014/main" id="{62C51D4F-4F34-8E9D-7B1E-AF31416E0062}"/>
              </a:ext>
            </a:extLst>
          </p:cNvPr>
          <p:cNvCxnSpPr>
            <a:cxnSpLocks/>
            <a:stCxn id="174" idx="3"/>
            <a:endCxn id="3" idx="1"/>
          </p:cNvCxnSpPr>
          <p:nvPr/>
        </p:nvCxnSpPr>
        <p:spPr>
          <a:xfrm>
            <a:off x="3539475" y="3022212"/>
            <a:ext cx="667585" cy="7156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59">
            <a:extLst>
              <a:ext uri="{FF2B5EF4-FFF2-40B4-BE49-F238E27FC236}">
                <a16:creationId xmlns:a16="http://schemas.microsoft.com/office/drawing/2014/main" id="{7CC72885-0B18-9E56-2DA0-16EFC90EA382}"/>
              </a:ext>
            </a:extLst>
          </p:cNvPr>
          <p:cNvSpPr/>
          <p:nvPr/>
        </p:nvSpPr>
        <p:spPr>
          <a:xfrm>
            <a:off x="2156586" y="1972870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Información Contable</a:t>
            </a:r>
          </a:p>
        </p:txBody>
      </p:sp>
      <p:pic>
        <p:nvPicPr>
          <p:cNvPr id="170" name="Gráfico 169" descr="Base de datos con relleno sólido">
            <a:extLst>
              <a:ext uri="{FF2B5EF4-FFF2-40B4-BE49-F238E27FC236}">
                <a16:creationId xmlns:a16="http://schemas.microsoft.com/office/drawing/2014/main" id="{D46A7638-0243-7133-31B9-B1906449A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917" y="1973081"/>
            <a:ext cx="322558" cy="322558"/>
          </a:xfrm>
          <a:prstGeom prst="rect">
            <a:avLst/>
          </a:prstGeom>
        </p:spPr>
      </p:pic>
      <p:sp>
        <p:nvSpPr>
          <p:cNvPr id="171" name="Rectángulo: esquinas redondeadas 170">
            <a:extLst>
              <a:ext uri="{FF2B5EF4-FFF2-40B4-BE49-F238E27FC236}">
                <a16:creationId xmlns:a16="http://schemas.microsoft.com/office/drawing/2014/main" id="{F5BB72BE-A654-9B07-55D0-BADACD8EEC74}"/>
              </a:ext>
            </a:extLst>
          </p:cNvPr>
          <p:cNvSpPr/>
          <p:nvPr/>
        </p:nvSpPr>
        <p:spPr>
          <a:xfrm>
            <a:off x="2208957" y="2012753"/>
            <a:ext cx="968717" cy="17558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Accounting</a:t>
            </a:r>
            <a:r>
              <a:rPr kumimoji="0" lang="es-E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Data Hub</a:t>
            </a:r>
          </a:p>
        </p:txBody>
      </p:sp>
      <p:sp>
        <p:nvSpPr>
          <p:cNvPr id="174" name="Rectángulo 173">
            <a:extLst>
              <a:ext uri="{FF2B5EF4-FFF2-40B4-BE49-F238E27FC236}">
                <a16:creationId xmlns:a16="http://schemas.microsoft.com/office/drawing/2014/main" id="{58013ACC-D679-038D-674D-2030A4023190}"/>
              </a:ext>
            </a:extLst>
          </p:cNvPr>
          <p:cNvSpPr/>
          <p:nvPr/>
        </p:nvSpPr>
        <p:spPr>
          <a:xfrm>
            <a:off x="2156586" y="2684279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Información Operacional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 Reparto </a:t>
            </a:r>
            <a:r>
              <a:rPr kumimoji="0" lang="es-E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Internegocios</a:t>
            </a: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75" name="Gráfico 174" descr="Base de datos con relleno sólido">
            <a:extLst>
              <a:ext uri="{FF2B5EF4-FFF2-40B4-BE49-F238E27FC236}">
                <a16:creationId xmlns:a16="http://schemas.microsoft.com/office/drawing/2014/main" id="{C22DE38B-F7D0-9C84-8054-0E41E58E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917" y="2684490"/>
            <a:ext cx="322558" cy="322558"/>
          </a:xfrm>
          <a:prstGeom prst="rect">
            <a:avLst/>
          </a:prstGeom>
        </p:spPr>
      </p:pic>
      <p:sp>
        <p:nvSpPr>
          <p:cNvPr id="176" name="Rectángulo: esquinas redondeadas 175">
            <a:extLst>
              <a:ext uri="{FF2B5EF4-FFF2-40B4-BE49-F238E27FC236}">
                <a16:creationId xmlns:a16="http://schemas.microsoft.com/office/drawing/2014/main" id="{0CE11D7E-348A-D372-878B-7D051D97809F}"/>
              </a:ext>
            </a:extLst>
          </p:cNvPr>
          <p:cNvSpPr/>
          <p:nvPr/>
        </p:nvSpPr>
        <p:spPr>
          <a:xfrm>
            <a:off x="2208957" y="2724162"/>
            <a:ext cx="968717" cy="17558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Banking</a:t>
            </a:r>
            <a:r>
              <a:rPr kumimoji="0" lang="es-E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Data Hub</a:t>
            </a:r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62EBAD6C-0BCF-41D4-9082-374F4F33F33F}"/>
              </a:ext>
            </a:extLst>
          </p:cNvPr>
          <p:cNvSpPr/>
          <p:nvPr/>
        </p:nvSpPr>
        <p:spPr>
          <a:xfrm>
            <a:off x="2156586" y="3397455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Información ALCO</a:t>
            </a:r>
          </a:p>
        </p:txBody>
      </p:sp>
      <p:pic>
        <p:nvPicPr>
          <p:cNvPr id="185" name="Gráfico 184" descr="Base de datos con relleno sólido">
            <a:extLst>
              <a:ext uri="{FF2B5EF4-FFF2-40B4-BE49-F238E27FC236}">
                <a16:creationId xmlns:a16="http://schemas.microsoft.com/office/drawing/2014/main" id="{280BA279-30AB-57A5-A9A6-9FE11D184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917" y="3397666"/>
            <a:ext cx="322558" cy="322558"/>
          </a:xfrm>
          <a:prstGeom prst="rect">
            <a:avLst/>
          </a:prstGeom>
        </p:spPr>
      </p:pic>
      <p:sp>
        <p:nvSpPr>
          <p:cNvPr id="186" name="Rectángulo: esquinas redondeadas 185">
            <a:extLst>
              <a:ext uri="{FF2B5EF4-FFF2-40B4-BE49-F238E27FC236}">
                <a16:creationId xmlns:a16="http://schemas.microsoft.com/office/drawing/2014/main" id="{B07B608C-B65C-D934-A8FE-B227B6A56C00}"/>
              </a:ext>
            </a:extLst>
          </p:cNvPr>
          <p:cNvSpPr/>
          <p:nvPr/>
        </p:nvSpPr>
        <p:spPr>
          <a:xfrm>
            <a:off x="2208957" y="3437338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Trade Data Hub</a:t>
            </a:r>
          </a:p>
        </p:txBody>
      </p:sp>
      <p:cxnSp>
        <p:nvCxnSpPr>
          <p:cNvPr id="190" name="Conector: angular 189">
            <a:extLst>
              <a:ext uri="{FF2B5EF4-FFF2-40B4-BE49-F238E27FC236}">
                <a16:creationId xmlns:a16="http://schemas.microsoft.com/office/drawing/2014/main" id="{19DC7D2D-FA75-ED2D-B457-552C4580A46A}"/>
              </a:ext>
            </a:extLst>
          </p:cNvPr>
          <p:cNvCxnSpPr>
            <a:cxnSpLocks/>
            <a:stCxn id="60" idx="3"/>
            <a:endCxn id="3" idx="1"/>
          </p:cNvCxnSpPr>
          <p:nvPr/>
        </p:nvCxnSpPr>
        <p:spPr>
          <a:xfrm>
            <a:off x="3539475" y="2310803"/>
            <a:ext cx="667585" cy="14270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ector: angular 194">
            <a:extLst>
              <a:ext uri="{FF2B5EF4-FFF2-40B4-BE49-F238E27FC236}">
                <a16:creationId xmlns:a16="http://schemas.microsoft.com/office/drawing/2014/main" id="{21937016-C469-448E-0179-1142A133B157}"/>
              </a:ext>
            </a:extLst>
          </p:cNvPr>
          <p:cNvCxnSpPr>
            <a:cxnSpLocks/>
            <a:stCxn id="184" idx="3"/>
            <a:endCxn id="3" idx="1"/>
          </p:cNvCxnSpPr>
          <p:nvPr/>
        </p:nvCxnSpPr>
        <p:spPr>
          <a:xfrm>
            <a:off x="3539475" y="3735388"/>
            <a:ext cx="667585" cy="24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24B60936-06A8-46E4-AD9B-EA4CA97112F3}"/>
              </a:ext>
            </a:extLst>
          </p:cNvPr>
          <p:cNvSpPr/>
          <p:nvPr/>
        </p:nvSpPr>
        <p:spPr>
          <a:xfrm>
            <a:off x="2156586" y="5589698"/>
            <a:ext cx="1382889" cy="10613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Producto CIB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Fechas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Tasa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Balance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Area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 Negocio</a:t>
            </a:r>
          </a:p>
        </p:txBody>
      </p:sp>
      <p:sp>
        <p:nvSpPr>
          <p:cNvPr id="202" name="Rectángulo: esquinas redondeadas 201">
            <a:extLst>
              <a:ext uri="{FF2B5EF4-FFF2-40B4-BE49-F238E27FC236}">
                <a16:creationId xmlns:a16="http://schemas.microsoft.com/office/drawing/2014/main" id="{F15F65EB-EFB1-654E-BBE5-8722B158E0DD}"/>
              </a:ext>
            </a:extLst>
          </p:cNvPr>
          <p:cNvSpPr/>
          <p:nvPr/>
        </p:nvSpPr>
        <p:spPr>
          <a:xfrm>
            <a:off x="2208957" y="5621671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Ajustes Manuales</a:t>
            </a:r>
          </a:p>
        </p:txBody>
      </p:sp>
      <p:pic>
        <p:nvPicPr>
          <p:cNvPr id="204" name="Gráfico 203" descr="Documento contorno">
            <a:extLst>
              <a:ext uri="{FF2B5EF4-FFF2-40B4-BE49-F238E27FC236}">
                <a16:creationId xmlns:a16="http://schemas.microsoft.com/office/drawing/2014/main" id="{A8BD0850-F915-C808-E93D-E89ED11AE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9423" y="5631125"/>
            <a:ext cx="253996" cy="253996"/>
          </a:xfrm>
          <a:prstGeom prst="rect">
            <a:avLst/>
          </a:prstGeom>
        </p:spPr>
      </p:pic>
      <p:cxnSp>
        <p:nvCxnSpPr>
          <p:cNvPr id="205" name="Conector: angular 204">
            <a:extLst>
              <a:ext uri="{FF2B5EF4-FFF2-40B4-BE49-F238E27FC236}">
                <a16:creationId xmlns:a16="http://schemas.microsoft.com/office/drawing/2014/main" id="{031F373C-8082-2253-E236-7B815EB7C4FF}"/>
              </a:ext>
            </a:extLst>
          </p:cNvPr>
          <p:cNvCxnSpPr>
            <a:cxnSpLocks/>
            <a:stCxn id="200" idx="3"/>
            <a:endCxn id="3" idx="1"/>
          </p:cNvCxnSpPr>
          <p:nvPr/>
        </p:nvCxnSpPr>
        <p:spPr>
          <a:xfrm flipV="1">
            <a:off x="3539475" y="3737877"/>
            <a:ext cx="667585" cy="23824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4B058866-DED0-E448-8D41-DA0F6574EDAB}"/>
              </a:ext>
            </a:extLst>
          </p:cNvPr>
          <p:cNvSpPr/>
          <p:nvPr/>
        </p:nvSpPr>
        <p:spPr>
          <a:xfrm>
            <a:off x="4225567" y="5589698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Información de Clientes</a:t>
            </a:r>
          </a:p>
        </p:txBody>
      </p:sp>
      <p:pic>
        <p:nvPicPr>
          <p:cNvPr id="211" name="Gráfico 210" descr="Base de datos con relleno sólido">
            <a:extLst>
              <a:ext uri="{FF2B5EF4-FFF2-40B4-BE49-F238E27FC236}">
                <a16:creationId xmlns:a16="http://schemas.microsoft.com/office/drawing/2014/main" id="{E91961DF-A18E-8990-8546-52A8BBC0A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5898" y="5589909"/>
            <a:ext cx="322558" cy="322558"/>
          </a:xfrm>
          <a:prstGeom prst="rect">
            <a:avLst/>
          </a:prstGeom>
        </p:spPr>
      </p:pic>
      <p:sp>
        <p:nvSpPr>
          <p:cNvPr id="212" name="Rectángulo: esquinas redondeadas 211">
            <a:extLst>
              <a:ext uri="{FF2B5EF4-FFF2-40B4-BE49-F238E27FC236}">
                <a16:creationId xmlns:a16="http://schemas.microsoft.com/office/drawing/2014/main" id="{79520549-9C45-71DC-87A9-BA164C48EE8E}"/>
              </a:ext>
            </a:extLst>
          </p:cNvPr>
          <p:cNvSpPr/>
          <p:nvPr/>
        </p:nvSpPr>
        <p:spPr>
          <a:xfrm>
            <a:off x="4277938" y="5629581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STRATUS</a:t>
            </a: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03ECBBE7-E196-8942-D32C-521E7638C0C8}"/>
              </a:ext>
            </a:extLst>
          </p:cNvPr>
          <p:cNvSpPr/>
          <p:nvPr/>
        </p:nvSpPr>
        <p:spPr>
          <a:xfrm>
            <a:off x="5744839" y="5589698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Tipos de Cambio FX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Curvas Base</a:t>
            </a:r>
          </a:p>
        </p:txBody>
      </p:sp>
      <p:pic>
        <p:nvPicPr>
          <p:cNvPr id="215" name="Gráfico 214" descr="Base de datos con relleno sólido">
            <a:extLst>
              <a:ext uri="{FF2B5EF4-FFF2-40B4-BE49-F238E27FC236}">
                <a16:creationId xmlns:a16="http://schemas.microsoft.com/office/drawing/2014/main" id="{82E4D012-00C5-6ABA-24D6-A2D4DEC4A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5170" y="5589909"/>
            <a:ext cx="322558" cy="322558"/>
          </a:xfrm>
          <a:prstGeom prst="rect">
            <a:avLst/>
          </a:prstGeom>
        </p:spPr>
      </p:pic>
      <p:sp>
        <p:nvSpPr>
          <p:cNvPr id="216" name="Rectángulo: esquinas redondeadas 215">
            <a:extLst>
              <a:ext uri="{FF2B5EF4-FFF2-40B4-BE49-F238E27FC236}">
                <a16:creationId xmlns:a16="http://schemas.microsoft.com/office/drawing/2014/main" id="{C1578D0E-86FC-A7CE-A464-5B6323A19880}"/>
              </a:ext>
            </a:extLst>
          </p:cNvPr>
          <p:cNvSpPr/>
          <p:nvPr/>
        </p:nvSpPr>
        <p:spPr>
          <a:xfrm>
            <a:off x="5797210" y="5629581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Asset Control</a:t>
            </a:r>
          </a:p>
        </p:txBody>
      </p:sp>
      <p:sp>
        <p:nvSpPr>
          <p:cNvPr id="218" name="Rectángulo 217">
            <a:extLst>
              <a:ext uri="{FF2B5EF4-FFF2-40B4-BE49-F238E27FC236}">
                <a16:creationId xmlns:a16="http://schemas.microsoft.com/office/drawing/2014/main" id="{177F3E83-468A-9147-3E64-1D69F1E643E1}"/>
              </a:ext>
            </a:extLst>
          </p:cNvPr>
          <p:cNvSpPr/>
          <p:nvPr/>
        </p:nvSpPr>
        <p:spPr>
          <a:xfrm>
            <a:off x="7269638" y="5589698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Datos Estructurales</a:t>
            </a:r>
          </a:p>
        </p:txBody>
      </p:sp>
      <p:pic>
        <p:nvPicPr>
          <p:cNvPr id="219" name="Gráfico 218" descr="Base de datos con relleno sólido">
            <a:extLst>
              <a:ext uri="{FF2B5EF4-FFF2-40B4-BE49-F238E27FC236}">
                <a16:creationId xmlns:a16="http://schemas.microsoft.com/office/drawing/2014/main" id="{E305A016-F317-2B90-0398-0C975426F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1838" y="5589909"/>
            <a:ext cx="322558" cy="322558"/>
          </a:xfrm>
          <a:prstGeom prst="rect">
            <a:avLst/>
          </a:prstGeom>
        </p:spPr>
      </p:pic>
      <p:sp>
        <p:nvSpPr>
          <p:cNvPr id="220" name="Rectángulo: esquinas redondeadas 219">
            <a:extLst>
              <a:ext uri="{FF2B5EF4-FFF2-40B4-BE49-F238E27FC236}">
                <a16:creationId xmlns:a16="http://schemas.microsoft.com/office/drawing/2014/main" id="{5E3BD545-9294-329A-A235-FA26B61FA884}"/>
              </a:ext>
            </a:extLst>
          </p:cNvPr>
          <p:cNvSpPr/>
          <p:nvPr/>
        </p:nvSpPr>
        <p:spPr>
          <a:xfrm>
            <a:off x="7343878" y="5629581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MISCO CIB, CORP</a:t>
            </a:r>
          </a:p>
        </p:txBody>
      </p:sp>
      <p:pic>
        <p:nvPicPr>
          <p:cNvPr id="295" name="Gráfico 294" descr="Base de datos con relleno sólido">
            <a:extLst>
              <a:ext uri="{FF2B5EF4-FFF2-40B4-BE49-F238E27FC236}">
                <a16:creationId xmlns:a16="http://schemas.microsoft.com/office/drawing/2014/main" id="{92E87DF4-B633-D270-9AAC-016233F24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0485" y="5036764"/>
            <a:ext cx="322558" cy="322558"/>
          </a:xfrm>
          <a:prstGeom prst="rect">
            <a:avLst/>
          </a:prstGeom>
        </p:spPr>
      </p:pic>
      <p:pic>
        <p:nvPicPr>
          <p:cNvPr id="296" name="Gráfico 295" descr="Base de datos con relleno sólido">
            <a:extLst>
              <a:ext uri="{FF2B5EF4-FFF2-40B4-BE49-F238E27FC236}">
                <a16:creationId xmlns:a16="http://schemas.microsoft.com/office/drawing/2014/main" id="{6D1E7A22-87EF-325A-0F6F-5E2014297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0485" y="4266779"/>
            <a:ext cx="322558" cy="322558"/>
          </a:xfrm>
          <a:prstGeom prst="rect">
            <a:avLst/>
          </a:prstGeom>
        </p:spPr>
      </p:pic>
      <p:pic>
        <p:nvPicPr>
          <p:cNvPr id="297" name="Gráfico 296" descr="Base de datos con relleno sólido">
            <a:extLst>
              <a:ext uri="{FF2B5EF4-FFF2-40B4-BE49-F238E27FC236}">
                <a16:creationId xmlns:a16="http://schemas.microsoft.com/office/drawing/2014/main" id="{75ED3A58-FDEF-6AC3-4A35-C58D754AD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0485" y="3315552"/>
            <a:ext cx="322558" cy="322558"/>
          </a:xfrm>
          <a:prstGeom prst="rect">
            <a:avLst/>
          </a:prstGeom>
        </p:spPr>
      </p:pic>
      <p:pic>
        <p:nvPicPr>
          <p:cNvPr id="330" name="Gráfico 329" descr="Base de datos con relleno sólido">
            <a:extLst>
              <a:ext uri="{FF2B5EF4-FFF2-40B4-BE49-F238E27FC236}">
                <a16:creationId xmlns:a16="http://schemas.microsoft.com/office/drawing/2014/main" id="{99487F72-DD05-0180-8582-490DBDDC5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4752" y="26913"/>
            <a:ext cx="322558" cy="322558"/>
          </a:xfrm>
          <a:prstGeom prst="rect">
            <a:avLst/>
          </a:prstGeom>
        </p:spPr>
      </p:pic>
      <p:sp>
        <p:nvSpPr>
          <p:cNvPr id="234" name="Rectángulo 233">
            <a:extLst>
              <a:ext uri="{FF2B5EF4-FFF2-40B4-BE49-F238E27FC236}">
                <a16:creationId xmlns:a16="http://schemas.microsoft.com/office/drawing/2014/main" id="{EEF3D004-0375-0605-FB86-A5BDCCD6D67E}"/>
              </a:ext>
            </a:extLst>
          </p:cNvPr>
          <p:cNvSpPr/>
          <p:nvPr/>
        </p:nvSpPr>
        <p:spPr>
          <a:xfrm>
            <a:off x="7244780" y="1096575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Tipos de Cambio Medio </a:t>
            </a:r>
          </a:p>
        </p:txBody>
      </p:sp>
      <p:pic>
        <p:nvPicPr>
          <p:cNvPr id="235" name="Gráfico 234" descr="Base de datos con relleno sólido">
            <a:extLst>
              <a:ext uri="{FF2B5EF4-FFF2-40B4-BE49-F238E27FC236}">
                <a16:creationId xmlns:a16="http://schemas.microsoft.com/office/drawing/2014/main" id="{F1C4A92D-BA6A-8CE8-40BB-34B6522420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111" y="1096786"/>
            <a:ext cx="322558" cy="322558"/>
          </a:xfrm>
          <a:prstGeom prst="rect">
            <a:avLst/>
          </a:prstGeom>
        </p:spPr>
      </p:pic>
      <p:sp>
        <p:nvSpPr>
          <p:cNvPr id="236" name="Rectángulo: esquinas redondeadas 235">
            <a:extLst>
              <a:ext uri="{FF2B5EF4-FFF2-40B4-BE49-F238E27FC236}">
                <a16:creationId xmlns:a16="http://schemas.microsoft.com/office/drawing/2014/main" id="{19814303-3514-9C3C-2584-1B1CBFCEDCCF}"/>
              </a:ext>
            </a:extLst>
          </p:cNvPr>
          <p:cNvSpPr/>
          <p:nvPr/>
        </p:nvSpPr>
        <p:spPr>
          <a:xfrm>
            <a:off x="7297151" y="1136458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SDP</a:t>
            </a:r>
          </a:p>
        </p:txBody>
      </p:sp>
      <p:pic>
        <p:nvPicPr>
          <p:cNvPr id="303" name="Gráfico 302" descr="Base de datos con relleno sólido">
            <a:extLst>
              <a:ext uri="{FF2B5EF4-FFF2-40B4-BE49-F238E27FC236}">
                <a16:creationId xmlns:a16="http://schemas.microsoft.com/office/drawing/2014/main" id="{18D8B814-D6CA-A486-3925-E364EC95A7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35534" y="2512024"/>
            <a:ext cx="322558" cy="322558"/>
          </a:xfrm>
          <a:prstGeom prst="rect">
            <a:avLst/>
          </a:prstGeom>
        </p:spPr>
      </p:pic>
      <p:sp>
        <p:nvSpPr>
          <p:cNvPr id="262" name="Rectángulo 261">
            <a:extLst>
              <a:ext uri="{FF2B5EF4-FFF2-40B4-BE49-F238E27FC236}">
                <a16:creationId xmlns:a16="http://schemas.microsoft.com/office/drawing/2014/main" id="{CB726242-04A9-04F5-05AB-9EF060160F28}"/>
              </a:ext>
            </a:extLst>
          </p:cNvPr>
          <p:cNvSpPr/>
          <p:nvPr/>
        </p:nvSpPr>
        <p:spPr>
          <a:xfrm>
            <a:off x="9562642" y="1789185"/>
            <a:ext cx="1690401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Internegocios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(MIS OUT)</a:t>
            </a:r>
          </a:p>
        </p:txBody>
      </p:sp>
      <p:sp>
        <p:nvSpPr>
          <p:cNvPr id="264" name="Rectángulo: esquinas redondeadas 263">
            <a:extLst>
              <a:ext uri="{FF2B5EF4-FFF2-40B4-BE49-F238E27FC236}">
                <a16:creationId xmlns:a16="http://schemas.microsoft.com/office/drawing/2014/main" id="{8823296E-C244-98F8-DE6F-DECF9637F88B}"/>
              </a:ext>
            </a:extLst>
          </p:cNvPr>
          <p:cNvSpPr/>
          <p:nvPr/>
        </p:nvSpPr>
        <p:spPr>
          <a:xfrm>
            <a:off x="10658152" y="115961"/>
            <a:ext cx="1184130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Sistema CIB</a:t>
            </a:r>
          </a:p>
        </p:txBody>
      </p:sp>
      <p:sp>
        <p:nvSpPr>
          <p:cNvPr id="278" name="Rectángulo 277">
            <a:extLst>
              <a:ext uri="{FF2B5EF4-FFF2-40B4-BE49-F238E27FC236}">
                <a16:creationId xmlns:a16="http://schemas.microsoft.com/office/drawing/2014/main" id="{D66E4772-44C1-4755-02E7-C5402D856C1F}"/>
              </a:ext>
            </a:extLst>
          </p:cNvPr>
          <p:cNvSpPr/>
          <p:nvPr/>
        </p:nvSpPr>
        <p:spPr>
          <a:xfrm>
            <a:off x="9562642" y="2524784"/>
            <a:ext cx="1690401" cy="720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LdN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(Balance y P/L)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LdN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ALCO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LdR</a:t>
            </a:r>
            <a:endParaRPr kumimoji="0" lang="es-E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0" name="Rectángulo: esquinas redondeadas 279">
            <a:extLst>
              <a:ext uri="{FF2B5EF4-FFF2-40B4-BE49-F238E27FC236}">
                <a16:creationId xmlns:a16="http://schemas.microsoft.com/office/drawing/2014/main" id="{3196D796-C652-D30A-DA6E-13B5454F2731}"/>
              </a:ext>
            </a:extLst>
          </p:cNvPr>
          <p:cNvSpPr/>
          <p:nvPr/>
        </p:nvSpPr>
        <p:spPr>
          <a:xfrm>
            <a:off x="9626659" y="2564667"/>
            <a:ext cx="1184130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SENDA</a:t>
            </a:r>
          </a:p>
        </p:txBody>
      </p:sp>
      <p:sp>
        <p:nvSpPr>
          <p:cNvPr id="286" name="Rectángulo 285">
            <a:extLst>
              <a:ext uri="{FF2B5EF4-FFF2-40B4-BE49-F238E27FC236}">
                <a16:creationId xmlns:a16="http://schemas.microsoft.com/office/drawing/2014/main" id="{22247E6D-79F9-C980-AE3B-1451F0E50431}"/>
              </a:ext>
            </a:extLst>
          </p:cNvPr>
          <p:cNvSpPr/>
          <p:nvPr/>
        </p:nvSpPr>
        <p:spPr>
          <a:xfrm>
            <a:off x="9562642" y="3324769"/>
            <a:ext cx="1690401" cy="824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Balance y P/L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Internegocios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Bal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y P/L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Contratos</a:t>
            </a:r>
          </a:p>
        </p:txBody>
      </p:sp>
      <p:sp>
        <p:nvSpPr>
          <p:cNvPr id="288" name="Rectángulo: esquinas redondeadas 287">
            <a:extLst>
              <a:ext uri="{FF2B5EF4-FFF2-40B4-BE49-F238E27FC236}">
                <a16:creationId xmlns:a16="http://schemas.microsoft.com/office/drawing/2014/main" id="{68539E28-1B45-18F2-3E15-A44CF64B28C8}"/>
              </a:ext>
            </a:extLst>
          </p:cNvPr>
          <p:cNvSpPr/>
          <p:nvPr/>
        </p:nvSpPr>
        <p:spPr>
          <a:xfrm>
            <a:off x="9626659" y="3364652"/>
            <a:ext cx="1184130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MISCO CIB</a:t>
            </a:r>
          </a:p>
        </p:txBody>
      </p:sp>
      <p:sp>
        <p:nvSpPr>
          <p:cNvPr id="290" name="Rectángulo 289">
            <a:extLst>
              <a:ext uri="{FF2B5EF4-FFF2-40B4-BE49-F238E27FC236}">
                <a16:creationId xmlns:a16="http://schemas.microsoft.com/office/drawing/2014/main" id="{3C9E3C6F-1EC9-08C4-3339-1B1BD6662F4A}"/>
              </a:ext>
            </a:extLst>
          </p:cNvPr>
          <p:cNvSpPr/>
          <p:nvPr/>
        </p:nvSpPr>
        <p:spPr>
          <a:xfrm>
            <a:off x="9562642" y="4286378"/>
            <a:ext cx="1690401" cy="676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Balance y P/L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Green </a:t>
            </a: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Bal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y P/L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New Business </a:t>
            </a: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Bal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y P/L</a:t>
            </a:r>
          </a:p>
        </p:txBody>
      </p:sp>
      <p:sp>
        <p:nvSpPr>
          <p:cNvPr id="291" name="Rectángulo: esquinas redondeadas 290">
            <a:extLst>
              <a:ext uri="{FF2B5EF4-FFF2-40B4-BE49-F238E27FC236}">
                <a16:creationId xmlns:a16="http://schemas.microsoft.com/office/drawing/2014/main" id="{503A68EA-015D-CDD2-AC09-FCECD10A0048}"/>
              </a:ext>
            </a:extLst>
          </p:cNvPr>
          <p:cNvSpPr/>
          <p:nvPr/>
        </p:nvSpPr>
        <p:spPr>
          <a:xfrm>
            <a:off x="9626659" y="4326262"/>
            <a:ext cx="1184130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SanART</a:t>
            </a:r>
            <a:endParaRPr kumimoji="0" lang="es-ES" sz="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3" name="Rectángulo 292">
            <a:extLst>
              <a:ext uri="{FF2B5EF4-FFF2-40B4-BE49-F238E27FC236}">
                <a16:creationId xmlns:a16="http://schemas.microsoft.com/office/drawing/2014/main" id="{DD6C3CAA-2E69-37BB-A370-B5D7D0931E21}"/>
              </a:ext>
            </a:extLst>
          </p:cNvPr>
          <p:cNvSpPr/>
          <p:nvPr/>
        </p:nvSpPr>
        <p:spPr>
          <a:xfrm>
            <a:off x="9562642" y="5052200"/>
            <a:ext cx="1690401" cy="676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Internegocios</a:t>
            </a:r>
            <a:endParaRPr kumimoji="0" lang="es-E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4" name="Rectángulo: esquinas redondeadas 293">
            <a:extLst>
              <a:ext uri="{FF2B5EF4-FFF2-40B4-BE49-F238E27FC236}">
                <a16:creationId xmlns:a16="http://schemas.microsoft.com/office/drawing/2014/main" id="{359A69FD-DCA0-5A2A-46E6-A9A74D4A1805}"/>
              </a:ext>
            </a:extLst>
          </p:cNvPr>
          <p:cNvSpPr/>
          <p:nvPr/>
        </p:nvSpPr>
        <p:spPr>
          <a:xfrm>
            <a:off x="9626659" y="5092084"/>
            <a:ext cx="1184130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CAFET</a:t>
            </a:r>
          </a:p>
        </p:txBody>
      </p:sp>
      <p:pic>
        <p:nvPicPr>
          <p:cNvPr id="304" name="Gráfico 303" descr="Documento contorno">
            <a:extLst>
              <a:ext uri="{FF2B5EF4-FFF2-40B4-BE49-F238E27FC236}">
                <a16:creationId xmlns:a16="http://schemas.microsoft.com/office/drawing/2014/main" id="{4761CC03-B601-BE9C-1BAB-9CA578690C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96221" y="1821143"/>
            <a:ext cx="253996" cy="253996"/>
          </a:xfrm>
          <a:prstGeom prst="rect">
            <a:avLst/>
          </a:prstGeom>
        </p:spPr>
      </p:pic>
      <p:cxnSp>
        <p:nvCxnSpPr>
          <p:cNvPr id="311" name="Conector: angular 310">
            <a:extLst>
              <a:ext uri="{FF2B5EF4-FFF2-40B4-BE49-F238E27FC236}">
                <a16:creationId xmlns:a16="http://schemas.microsoft.com/office/drawing/2014/main" id="{F1D5FCD9-8EDE-526E-ADDF-1E28C617CFE1}"/>
              </a:ext>
            </a:extLst>
          </p:cNvPr>
          <p:cNvCxnSpPr>
            <a:cxnSpLocks/>
            <a:stCxn id="3" idx="3"/>
            <a:endCxn id="262" idx="1"/>
          </p:cNvCxnSpPr>
          <p:nvPr/>
        </p:nvCxnSpPr>
        <p:spPr>
          <a:xfrm flipV="1">
            <a:off x="8652527" y="2127118"/>
            <a:ext cx="910115" cy="16107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ector: angular 313">
            <a:extLst>
              <a:ext uri="{FF2B5EF4-FFF2-40B4-BE49-F238E27FC236}">
                <a16:creationId xmlns:a16="http://schemas.microsoft.com/office/drawing/2014/main" id="{7879C7B6-5661-F16A-458F-3A291BBC8B7D}"/>
              </a:ext>
            </a:extLst>
          </p:cNvPr>
          <p:cNvCxnSpPr>
            <a:cxnSpLocks/>
            <a:stCxn id="3" idx="3"/>
            <a:endCxn id="278" idx="1"/>
          </p:cNvCxnSpPr>
          <p:nvPr/>
        </p:nvCxnSpPr>
        <p:spPr>
          <a:xfrm flipV="1">
            <a:off x="8652527" y="2885073"/>
            <a:ext cx="910115" cy="85280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ector: angular 320">
            <a:extLst>
              <a:ext uri="{FF2B5EF4-FFF2-40B4-BE49-F238E27FC236}">
                <a16:creationId xmlns:a16="http://schemas.microsoft.com/office/drawing/2014/main" id="{051F7A36-6485-4614-8B42-98239E9A811E}"/>
              </a:ext>
            </a:extLst>
          </p:cNvPr>
          <p:cNvCxnSpPr>
            <a:cxnSpLocks/>
            <a:stCxn id="3" idx="3"/>
            <a:endCxn id="286" idx="1"/>
          </p:cNvCxnSpPr>
          <p:nvPr/>
        </p:nvCxnSpPr>
        <p:spPr>
          <a:xfrm flipV="1">
            <a:off x="8652527" y="3736866"/>
            <a:ext cx="910115" cy="101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ector: angular 323">
            <a:extLst>
              <a:ext uri="{FF2B5EF4-FFF2-40B4-BE49-F238E27FC236}">
                <a16:creationId xmlns:a16="http://schemas.microsoft.com/office/drawing/2014/main" id="{1054EC3E-D456-3943-CF68-4067DD5E5DD6}"/>
              </a:ext>
            </a:extLst>
          </p:cNvPr>
          <p:cNvCxnSpPr>
            <a:cxnSpLocks/>
            <a:stCxn id="3" idx="3"/>
            <a:endCxn id="290" idx="1"/>
          </p:cNvCxnSpPr>
          <p:nvPr/>
        </p:nvCxnSpPr>
        <p:spPr>
          <a:xfrm>
            <a:off x="8652527" y="3737877"/>
            <a:ext cx="910115" cy="88690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ector: angular 326">
            <a:extLst>
              <a:ext uri="{FF2B5EF4-FFF2-40B4-BE49-F238E27FC236}">
                <a16:creationId xmlns:a16="http://schemas.microsoft.com/office/drawing/2014/main" id="{B8F94458-845A-727F-3ABA-F1A72C9B9002}"/>
              </a:ext>
            </a:extLst>
          </p:cNvPr>
          <p:cNvCxnSpPr>
            <a:cxnSpLocks/>
            <a:stCxn id="3" idx="3"/>
            <a:endCxn id="293" idx="1"/>
          </p:cNvCxnSpPr>
          <p:nvPr/>
        </p:nvCxnSpPr>
        <p:spPr>
          <a:xfrm>
            <a:off x="8652527" y="3737877"/>
            <a:ext cx="910115" cy="165272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3" name="Gráfico 332" descr="Base de datos con relleno sólido">
            <a:extLst>
              <a:ext uri="{FF2B5EF4-FFF2-40B4-BE49-F238E27FC236}">
                <a16:creationId xmlns:a16="http://schemas.microsoft.com/office/drawing/2014/main" id="{A132AED4-A31A-33D2-632E-F79608F3AD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54752" y="348000"/>
            <a:ext cx="322558" cy="322558"/>
          </a:xfrm>
          <a:prstGeom prst="rect">
            <a:avLst/>
          </a:prstGeom>
        </p:spPr>
      </p:pic>
      <p:sp>
        <p:nvSpPr>
          <p:cNvPr id="334" name="Rectángulo: esquinas redondeadas 333">
            <a:extLst>
              <a:ext uri="{FF2B5EF4-FFF2-40B4-BE49-F238E27FC236}">
                <a16:creationId xmlns:a16="http://schemas.microsoft.com/office/drawing/2014/main" id="{DEF31FC2-7AC0-9C65-A370-FBC73ABF8B2C}"/>
              </a:ext>
            </a:extLst>
          </p:cNvPr>
          <p:cNvSpPr/>
          <p:nvPr/>
        </p:nvSpPr>
        <p:spPr>
          <a:xfrm>
            <a:off x="10658152" y="437048"/>
            <a:ext cx="1184130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Sistema Corporación</a:t>
            </a:r>
          </a:p>
        </p:txBody>
      </p:sp>
      <p:sp>
        <p:nvSpPr>
          <p:cNvPr id="335" name="Rectángulo: esquinas redondeadas 334">
            <a:extLst>
              <a:ext uri="{FF2B5EF4-FFF2-40B4-BE49-F238E27FC236}">
                <a16:creationId xmlns:a16="http://schemas.microsoft.com/office/drawing/2014/main" id="{C8795A4F-5BDE-2E4C-963A-B03CF4950EC8}"/>
              </a:ext>
            </a:extLst>
          </p:cNvPr>
          <p:cNvSpPr/>
          <p:nvPr/>
        </p:nvSpPr>
        <p:spPr>
          <a:xfrm>
            <a:off x="9626659" y="1836239"/>
            <a:ext cx="1184130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IB TOOL</a:t>
            </a:r>
          </a:p>
        </p:txBody>
      </p:sp>
      <p:cxnSp>
        <p:nvCxnSpPr>
          <p:cNvPr id="336" name="Conector: angular 335">
            <a:extLst>
              <a:ext uri="{FF2B5EF4-FFF2-40B4-BE49-F238E27FC236}">
                <a16:creationId xmlns:a16="http://schemas.microsoft.com/office/drawing/2014/main" id="{5F006D1F-BC9A-E036-2619-82B883637B32}"/>
              </a:ext>
            </a:extLst>
          </p:cNvPr>
          <p:cNvCxnSpPr>
            <a:cxnSpLocks/>
            <a:stCxn id="210" idx="0"/>
            <a:endCxn id="3" idx="2"/>
          </p:cNvCxnSpPr>
          <p:nvPr/>
        </p:nvCxnSpPr>
        <p:spPr>
          <a:xfrm rot="5400000" flipH="1" flipV="1">
            <a:off x="5478015" y="4637919"/>
            <a:ext cx="390777" cy="15127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ector: angular 338">
            <a:extLst>
              <a:ext uri="{FF2B5EF4-FFF2-40B4-BE49-F238E27FC236}">
                <a16:creationId xmlns:a16="http://schemas.microsoft.com/office/drawing/2014/main" id="{0FCD4967-26D7-B4DA-0EBF-85DF2401111B}"/>
              </a:ext>
            </a:extLst>
          </p:cNvPr>
          <p:cNvCxnSpPr>
            <a:cxnSpLocks/>
            <a:stCxn id="214" idx="0"/>
            <a:endCxn id="3" idx="2"/>
          </p:cNvCxnSpPr>
          <p:nvPr/>
        </p:nvCxnSpPr>
        <p:spPr>
          <a:xfrm rot="16200000" flipV="1">
            <a:off x="6237651" y="5391065"/>
            <a:ext cx="390777" cy="649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Conector: angular 341">
            <a:extLst>
              <a:ext uri="{FF2B5EF4-FFF2-40B4-BE49-F238E27FC236}">
                <a16:creationId xmlns:a16="http://schemas.microsoft.com/office/drawing/2014/main" id="{1985ACF4-2544-BF4F-36F3-96577D8F00DF}"/>
              </a:ext>
            </a:extLst>
          </p:cNvPr>
          <p:cNvCxnSpPr>
            <a:cxnSpLocks/>
            <a:stCxn id="218" idx="0"/>
            <a:endCxn id="3" idx="2"/>
          </p:cNvCxnSpPr>
          <p:nvPr/>
        </p:nvCxnSpPr>
        <p:spPr>
          <a:xfrm rot="16200000" flipV="1">
            <a:off x="7000051" y="4628665"/>
            <a:ext cx="390777" cy="15312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5" name="Gráfico 344" descr="Documento contorno">
            <a:extLst>
              <a:ext uri="{FF2B5EF4-FFF2-40B4-BE49-F238E27FC236}">
                <a16:creationId xmlns:a16="http://schemas.microsoft.com/office/drawing/2014/main" id="{0DD3BD4A-48D0-7B11-E2A4-26ECFDC16A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99047" y="1821143"/>
            <a:ext cx="253996" cy="253996"/>
          </a:xfrm>
          <a:prstGeom prst="rect">
            <a:avLst/>
          </a:prstGeom>
        </p:spPr>
      </p:pic>
      <p:cxnSp>
        <p:nvCxnSpPr>
          <p:cNvPr id="346" name="Conector: angular 345">
            <a:extLst>
              <a:ext uri="{FF2B5EF4-FFF2-40B4-BE49-F238E27FC236}">
                <a16:creationId xmlns:a16="http://schemas.microsoft.com/office/drawing/2014/main" id="{47E1DC99-8219-20E6-49A0-CFE9ACC5DB1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02523" y="4572579"/>
            <a:ext cx="447217" cy="15870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7" name="Gráfico 346" descr="Documento contorno">
            <a:extLst>
              <a:ext uri="{FF2B5EF4-FFF2-40B4-BE49-F238E27FC236}">
                <a16:creationId xmlns:a16="http://schemas.microsoft.com/office/drawing/2014/main" id="{28D804D6-BA83-141E-4EF8-E6D9630D5A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07842" y="657753"/>
            <a:ext cx="253996" cy="253996"/>
          </a:xfrm>
          <a:prstGeom prst="rect">
            <a:avLst/>
          </a:prstGeom>
        </p:spPr>
      </p:pic>
      <p:cxnSp>
        <p:nvCxnSpPr>
          <p:cNvPr id="348" name="Conector: angular 347">
            <a:extLst>
              <a:ext uri="{FF2B5EF4-FFF2-40B4-BE49-F238E27FC236}">
                <a16:creationId xmlns:a16="http://schemas.microsoft.com/office/drawing/2014/main" id="{2CB08B3C-E48E-AD6A-667E-C308BBF79BAB}"/>
              </a:ext>
            </a:extLst>
          </p:cNvPr>
          <p:cNvCxnSpPr>
            <a:cxnSpLocks/>
            <a:stCxn id="450" idx="2"/>
            <a:endCxn id="3" idx="0"/>
          </p:cNvCxnSpPr>
          <p:nvPr/>
        </p:nvCxnSpPr>
        <p:spPr>
          <a:xfrm rot="16200000" flipH="1">
            <a:off x="5450305" y="1297342"/>
            <a:ext cx="504391" cy="14545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Rectángulo: esquinas redondeadas 348">
            <a:extLst>
              <a:ext uri="{FF2B5EF4-FFF2-40B4-BE49-F238E27FC236}">
                <a16:creationId xmlns:a16="http://schemas.microsoft.com/office/drawing/2014/main" id="{ED7D6C12-AE01-9393-13E2-AF7A8D40D971}"/>
              </a:ext>
            </a:extLst>
          </p:cNvPr>
          <p:cNvSpPr/>
          <p:nvPr/>
        </p:nvSpPr>
        <p:spPr>
          <a:xfrm>
            <a:off x="10658152" y="713672"/>
            <a:ext cx="1184130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Fichero</a:t>
            </a:r>
          </a:p>
        </p:txBody>
      </p:sp>
      <p:cxnSp>
        <p:nvCxnSpPr>
          <p:cNvPr id="353" name="Conector: angular 352">
            <a:extLst>
              <a:ext uri="{FF2B5EF4-FFF2-40B4-BE49-F238E27FC236}">
                <a16:creationId xmlns:a16="http://schemas.microsoft.com/office/drawing/2014/main" id="{A094A906-FCE1-9177-04BD-19DB5299BF4B}"/>
              </a:ext>
            </a:extLst>
          </p:cNvPr>
          <p:cNvCxnSpPr>
            <a:cxnSpLocks/>
            <a:stCxn id="444" idx="2"/>
            <a:endCxn id="3" idx="0"/>
          </p:cNvCxnSpPr>
          <p:nvPr/>
        </p:nvCxnSpPr>
        <p:spPr>
          <a:xfrm rot="16200000" flipH="1">
            <a:off x="6177467" y="2024504"/>
            <a:ext cx="504391" cy="2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ector: angular 355">
            <a:extLst>
              <a:ext uri="{FF2B5EF4-FFF2-40B4-BE49-F238E27FC236}">
                <a16:creationId xmlns:a16="http://schemas.microsoft.com/office/drawing/2014/main" id="{D2CADD68-96A7-884E-9978-2AD01D6EE3E1}"/>
              </a:ext>
            </a:extLst>
          </p:cNvPr>
          <p:cNvCxnSpPr>
            <a:cxnSpLocks/>
            <a:stCxn id="234" idx="2"/>
            <a:endCxn id="3" idx="0"/>
          </p:cNvCxnSpPr>
          <p:nvPr/>
        </p:nvCxnSpPr>
        <p:spPr>
          <a:xfrm rot="5400000">
            <a:off x="6930815" y="1271421"/>
            <a:ext cx="504391" cy="150643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Rectángulo 369">
            <a:extLst>
              <a:ext uri="{FF2B5EF4-FFF2-40B4-BE49-F238E27FC236}">
                <a16:creationId xmlns:a16="http://schemas.microsoft.com/office/drawing/2014/main" id="{FA16B382-BEBD-286D-9D50-DE055E19EF05}"/>
              </a:ext>
            </a:extLst>
          </p:cNvPr>
          <p:cNvSpPr/>
          <p:nvPr/>
        </p:nvSpPr>
        <p:spPr>
          <a:xfrm>
            <a:off x="2156586" y="4149311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Ajustes Contables de IG</a:t>
            </a:r>
          </a:p>
        </p:txBody>
      </p:sp>
      <p:sp>
        <p:nvSpPr>
          <p:cNvPr id="372" name="Rectángulo: esquinas redondeadas 371">
            <a:extLst>
              <a:ext uri="{FF2B5EF4-FFF2-40B4-BE49-F238E27FC236}">
                <a16:creationId xmlns:a16="http://schemas.microsoft.com/office/drawing/2014/main" id="{33AA51CC-5721-AEAC-74E1-DA601DDDA7C7}"/>
              </a:ext>
            </a:extLst>
          </p:cNvPr>
          <p:cNvSpPr/>
          <p:nvPr/>
        </p:nvSpPr>
        <p:spPr>
          <a:xfrm>
            <a:off x="2208957" y="4189194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AGREGOS</a:t>
            </a:r>
          </a:p>
        </p:txBody>
      </p:sp>
      <p:pic>
        <p:nvPicPr>
          <p:cNvPr id="373" name="Gráfico 372" descr="Documento contorno">
            <a:extLst>
              <a:ext uri="{FF2B5EF4-FFF2-40B4-BE49-F238E27FC236}">
                <a16:creationId xmlns:a16="http://schemas.microsoft.com/office/drawing/2014/main" id="{16749C3F-4779-A958-BE01-ED4DD3E126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79423" y="4152116"/>
            <a:ext cx="253996" cy="253996"/>
          </a:xfrm>
          <a:prstGeom prst="rect">
            <a:avLst/>
          </a:prstGeom>
        </p:spPr>
      </p:pic>
      <p:cxnSp>
        <p:nvCxnSpPr>
          <p:cNvPr id="374" name="Conector: angular 373">
            <a:extLst>
              <a:ext uri="{FF2B5EF4-FFF2-40B4-BE49-F238E27FC236}">
                <a16:creationId xmlns:a16="http://schemas.microsoft.com/office/drawing/2014/main" id="{6B88CDF1-1F7E-9EBC-0081-CE016CAF46C5}"/>
              </a:ext>
            </a:extLst>
          </p:cNvPr>
          <p:cNvCxnSpPr>
            <a:cxnSpLocks/>
            <a:stCxn id="370" idx="3"/>
            <a:endCxn id="3" idx="1"/>
          </p:cNvCxnSpPr>
          <p:nvPr/>
        </p:nvCxnSpPr>
        <p:spPr>
          <a:xfrm flipV="1">
            <a:off x="3539475" y="3737877"/>
            <a:ext cx="667585" cy="7493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Rectángulo: esquinas redondeadas 378">
            <a:extLst>
              <a:ext uri="{FF2B5EF4-FFF2-40B4-BE49-F238E27FC236}">
                <a16:creationId xmlns:a16="http://schemas.microsoft.com/office/drawing/2014/main" id="{64249ECD-AD76-500A-2A38-528D842E06CF}"/>
              </a:ext>
            </a:extLst>
          </p:cNvPr>
          <p:cNvSpPr/>
          <p:nvPr/>
        </p:nvSpPr>
        <p:spPr>
          <a:xfrm>
            <a:off x="4459113" y="2805289"/>
            <a:ext cx="1054306" cy="181226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FTP</a:t>
            </a:r>
          </a:p>
        </p:txBody>
      </p:sp>
      <p:sp>
        <p:nvSpPr>
          <p:cNvPr id="380" name="Rectángulo: esquinas redondeadas 379">
            <a:extLst>
              <a:ext uri="{FF2B5EF4-FFF2-40B4-BE49-F238E27FC236}">
                <a16:creationId xmlns:a16="http://schemas.microsoft.com/office/drawing/2014/main" id="{52A0F483-5A00-1792-195D-97BEE7F8B8CD}"/>
              </a:ext>
            </a:extLst>
          </p:cNvPr>
          <p:cNvSpPr/>
          <p:nvPr/>
        </p:nvSpPr>
        <p:spPr>
          <a:xfrm>
            <a:off x="5824451" y="2805289"/>
            <a:ext cx="1479343" cy="181226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Profitability</a:t>
            </a:r>
          </a:p>
        </p:txBody>
      </p:sp>
      <p:pic>
        <p:nvPicPr>
          <p:cNvPr id="381" name="Gráfico 380" descr="Base de datos con relleno sólido">
            <a:extLst>
              <a:ext uri="{FF2B5EF4-FFF2-40B4-BE49-F238E27FC236}">
                <a16:creationId xmlns:a16="http://schemas.microsoft.com/office/drawing/2014/main" id="{590A1A41-5A4E-8C6A-9FC0-0F623B858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9267" y="3014480"/>
            <a:ext cx="601251" cy="601251"/>
          </a:xfrm>
          <a:prstGeom prst="rect">
            <a:avLst/>
          </a:prstGeom>
        </p:spPr>
      </p:pic>
      <p:sp>
        <p:nvSpPr>
          <p:cNvPr id="419" name="Rectángulo: esquinas redondeadas 418">
            <a:extLst>
              <a:ext uri="{FF2B5EF4-FFF2-40B4-BE49-F238E27FC236}">
                <a16:creationId xmlns:a16="http://schemas.microsoft.com/office/drawing/2014/main" id="{85B6C020-8128-9BF7-1F87-4A793F450D0E}"/>
              </a:ext>
            </a:extLst>
          </p:cNvPr>
          <p:cNvSpPr/>
          <p:nvPr/>
        </p:nvSpPr>
        <p:spPr>
          <a:xfrm>
            <a:off x="7850579" y="3580032"/>
            <a:ext cx="418625" cy="15116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Diario</a:t>
            </a:r>
          </a:p>
        </p:txBody>
      </p:sp>
      <p:pic>
        <p:nvPicPr>
          <p:cNvPr id="420" name="Gráfico 419" descr="Base de datos con relleno sólido">
            <a:extLst>
              <a:ext uri="{FF2B5EF4-FFF2-40B4-BE49-F238E27FC236}">
                <a16:creationId xmlns:a16="http://schemas.microsoft.com/office/drawing/2014/main" id="{BFBF8236-AFF1-5025-6861-ED53DE370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9267" y="3877867"/>
            <a:ext cx="601251" cy="601251"/>
          </a:xfrm>
          <a:prstGeom prst="rect">
            <a:avLst/>
          </a:prstGeom>
        </p:spPr>
      </p:pic>
      <p:sp>
        <p:nvSpPr>
          <p:cNvPr id="421" name="Rectángulo: esquinas redondeadas 420">
            <a:extLst>
              <a:ext uri="{FF2B5EF4-FFF2-40B4-BE49-F238E27FC236}">
                <a16:creationId xmlns:a16="http://schemas.microsoft.com/office/drawing/2014/main" id="{D714F867-273A-134E-DED8-8BAD8095C774}"/>
              </a:ext>
            </a:extLst>
          </p:cNvPr>
          <p:cNvSpPr/>
          <p:nvPr/>
        </p:nvSpPr>
        <p:spPr>
          <a:xfrm>
            <a:off x="7821017" y="4443419"/>
            <a:ext cx="509939" cy="14387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Mensual</a:t>
            </a:r>
          </a:p>
        </p:txBody>
      </p:sp>
      <p:cxnSp>
        <p:nvCxnSpPr>
          <p:cNvPr id="423" name="Conector: angular 422">
            <a:extLst>
              <a:ext uri="{FF2B5EF4-FFF2-40B4-BE49-F238E27FC236}">
                <a16:creationId xmlns:a16="http://schemas.microsoft.com/office/drawing/2014/main" id="{260479E0-A9B1-7B14-7250-F0A02C295B4B}"/>
              </a:ext>
            </a:extLst>
          </p:cNvPr>
          <p:cNvCxnSpPr>
            <a:cxnSpLocks/>
            <a:stCxn id="380" idx="3"/>
            <a:endCxn id="381" idx="1"/>
          </p:cNvCxnSpPr>
          <p:nvPr/>
        </p:nvCxnSpPr>
        <p:spPr>
          <a:xfrm flipV="1">
            <a:off x="7303794" y="3315106"/>
            <a:ext cx="455473" cy="39631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Conector: angular 425">
            <a:extLst>
              <a:ext uri="{FF2B5EF4-FFF2-40B4-BE49-F238E27FC236}">
                <a16:creationId xmlns:a16="http://schemas.microsoft.com/office/drawing/2014/main" id="{D45337F1-34F8-5A82-8500-FAF844C0A4F0}"/>
              </a:ext>
            </a:extLst>
          </p:cNvPr>
          <p:cNvCxnSpPr>
            <a:cxnSpLocks/>
            <a:stCxn id="380" idx="3"/>
            <a:endCxn id="420" idx="1"/>
          </p:cNvCxnSpPr>
          <p:nvPr/>
        </p:nvCxnSpPr>
        <p:spPr>
          <a:xfrm>
            <a:off x="7303794" y="3711423"/>
            <a:ext cx="455473" cy="4670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ector: angular 429">
            <a:extLst>
              <a:ext uri="{FF2B5EF4-FFF2-40B4-BE49-F238E27FC236}">
                <a16:creationId xmlns:a16="http://schemas.microsoft.com/office/drawing/2014/main" id="{57D23C13-6876-5F9B-13D1-7D014460260B}"/>
              </a:ext>
            </a:extLst>
          </p:cNvPr>
          <p:cNvCxnSpPr>
            <a:cxnSpLocks/>
            <a:stCxn id="379" idx="3"/>
            <a:endCxn id="380" idx="1"/>
          </p:cNvCxnSpPr>
          <p:nvPr/>
        </p:nvCxnSpPr>
        <p:spPr>
          <a:xfrm>
            <a:off x="5513419" y="3711423"/>
            <a:ext cx="3110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Rectángulo 434">
            <a:extLst>
              <a:ext uri="{FF2B5EF4-FFF2-40B4-BE49-F238E27FC236}">
                <a16:creationId xmlns:a16="http://schemas.microsoft.com/office/drawing/2014/main" id="{55EC9EAB-B820-88D0-5837-54421997DEF4}"/>
              </a:ext>
            </a:extLst>
          </p:cNvPr>
          <p:cNvSpPr/>
          <p:nvPr/>
        </p:nvSpPr>
        <p:spPr>
          <a:xfrm>
            <a:off x="2156586" y="4875745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Spread Liquidez</a:t>
            </a:r>
          </a:p>
        </p:txBody>
      </p:sp>
      <p:sp>
        <p:nvSpPr>
          <p:cNvPr id="436" name="Rectángulo: esquinas redondeadas 435">
            <a:extLst>
              <a:ext uri="{FF2B5EF4-FFF2-40B4-BE49-F238E27FC236}">
                <a16:creationId xmlns:a16="http://schemas.microsoft.com/office/drawing/2014/main" id="{D27B4634-9929-4362-693E-40B5B9132813}"/>
              </a:ext>
            </a:extLst>
          </p:cNvPr>
          <p:cNvSpPr/>
          <p:nvPr/>
        </p:nvSpPr>
        <p:spPr>
          <a:xfrm>
            <a:off x="2208957" y="4915628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Intervención General</a:t>
            </a:r>
          </a:p>
        </p:txBody>
      </p:sp>
      <p:pic>
        <p:nvPicPr>
          <p:cNvPr id="437" name="Gráfico 436" descr="Documento contorno">
            <a:extLst>
              <a:ext uri="{FF2B5EF4-FFF2-40B4-BE49-F238E27FC236}">
                <a16:creationId xmlns:a16="http://schemas.microsoft.com/office/drawing/2014/main" id="{AB4987A0-0D72-2CD1-8590-3132309501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79423" y="4878550"/>
            <a:ext cx="253996" cy="253996"/>
          </a:xfrm>
          <a:prstGeom prst="rect">
            <a:avLst/>
          </a:prstGeom>
        </p:spPr>
      </p:pic>
      <p:sp>
        <p:nvSpPr>
          <p:cNvPr id="444" name="Rectángulo 443">
            <a:extLst>
              <a:ext uri="{FF2B5EF4-FFF2-40B4-BE49-F238E27FC236}">
                <a16:creationId xmlns:a16="http://schemas.microsoft.com/office/drawing/2014/main" id="{DFE7B83F-97A7-7A71-EBF6-1AED1FE875F9}"/>
              </a:ext>
            </a:extLst>
          </p:cNvPr>
          <p:cNvSpPr/>
          <p:nvPr/>
        </p:nvSpPr>
        <p:spPr>
          <a:xfrm>
            <a:off x="5738085" y="1096575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Internegocios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MIS IN</a:t>
            </a:r>
          </a:p>
        </p:txBody>
      </p:sp>
      <p:pic>
        <p:nvPicPr>
          <p:cNvPr id="445" name="Gráfico 444" descr="Base de datos con relleno sólido">
            <a:extLst>
              <a:ext uri="{FF2B5EF4-FFF2-40B4-BE49-F238E27FC236}">
                <a16:creationId xmlns:a16="http://schemas.microsoft.com/office/drawing/2014/main" id="{1794FC26-571A-789E-692F-275C5EB478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8416" y="1096786"/>
            <a:ext cx="322558" cy="322558"/>
          </a:xfrm>
          <a:prstGeom prst="rect">
            <a:avLst/>
          </a:prstGeom>
        </p:spPr>
      </p:pic>
      <p:sp>
        <p:nvSpPr>
          <p:cNvPr id="446" name="Rectángulo: esquinas redondeadas 445">
            <a:extLst>
              <a:ext uri="{FF2B5EF4-FFF2-40B4-BE49-F238E27FC236}">
                <a16:creationId xmlns:a16="http://schemas.microsoft.com/office/drawing/2014/main" id="{08804FC9-D375-8101-E64A-F2E70F0B0280}"/>
              </a:ext>
            </a:extLst>
          </p:cNvPr>
          <p:cNvSpPr/>
          <p:nvPr/>
        </p:nvSpPr>
        <p:spPr>
          <a:xfrm>
            <a:off x="5790456" y="1136458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IB TOOL</a:t>
            </a:r>
          </a:p>
        </p:txBody>
      </p:sp>
      <p:sp>
        <p:nvSpPr>
          <p:cNvPr id="450" name="Rectángulo 449">
            <a:extLst>
              <a:ext uri="{FF2B5EF4-FFF2-40B4-BE49-F238E27FC236}">
                <a16:creationId xmlns:a16="http://schemas.microsoft.com/office/drawing/2014/main" id="{B8B6CEB5-4A30-6DF0-78B8-13A25E6F652B}"/>
              </a:ext>
            </a:extLst>
          </p:cNvPr>
          <p:cNvSpPr/>
          <p:nvPr/>
        </p:nvSpPr>
        <p:spPr>
          <a:xfrm>
            <a:off x="4283762" y="1096575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Información de Costes</a:t>
            </a:r>
          </a:p>
        </p:txBody>
      </p:sp>
      <p:pic>
        <p:nvPicPr>
          <p:cNvPr id="451" name="Gráfico 450" descr="Base de datos con relleno sólido">
            <a:extLst>
              <a:ext uri="{FF2B5EF4-FFF2-40B4-BE49-F238E27FC236}">
                <a16:creationId xmlns:a16="http://schemas.microsoft.com/office/drawing/2014/main" id="{059E87C4-63FF-94BB-696F-5B580A26AC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44093" y="1096786"/>
            <a:ext cx="322558" cy="322558"/>
          </a:xfrm>
          <a:prstGeom prst="rect">
            <a:avLst/>
          </a:prstGeom>
        </p:spPr>
      </p:pic>
      <p:sp>
        <p:nvSpPr>
          <p:cNvPr id="452" name="Rectángulo: esquinas redondeadas 451">
            <a:extLst>
              <a:ext uri="{FF2B5EF4-FFF2-40B4-BE49-F238E27FC236}">
                <a16:creationId xmlns:a16="http://schemas.microsoft.com/office/drawing/2014/main" id="{3F4B8403-2463-70CE-B787-7E277A472257}"/>
              </a:ext>
            </a:extLst>
          </p:cNvPr>
          <p:cNvSpPr/>
          <p:nvPr/>
        </p:nvSpPr>
        <p:spPr>
          <a:xfrm>
            <a:off x="4336133" y="1136458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ARGOS</a:t>
            </a:r>
          </a:p>
        </p:txBody>
      </p:sp>
      <p:pic>
        <p:nvPicPr>
          <p:cNvPr id="455" name="Gráfico 454" descr="Lupa con relleno sólido">
            <a:hlinkClick r:id="" action="ppaction://noaction"/>
            <a:extLst>
              <a:ext uri="{FF2B5EF4-FFF2-40B4-BE49-F238E27FC236}">
                <a16:creationId xmlns:a16="http://schemas.microsoft.com/office/drawing/2014/main" id="{2C2AEB41-EE85-A598-3E24-813EEFE1FFE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86266" y="4116050"/>
            <a:ext cx="729774" cy="729774"/>
          </a:xfrm>
          <a:prstGeom prst="rect">
            <a:avLst/>
          </a:prstGeom>
        </p:spPr>
      </p:pic>
      <p:pic>
        <p:nvPicPr>
          <p:cNvPr id="456" name="Gráfico 455" descr="Lupa con relleno sólido">
            <a:hlinkClick r:id="" action="ppaction://noaction"/>
            <a:extLst>
              <a:ext uri="{FF2B5EF4-FFF2-40B4-BE49-F238E27FC236}">
                <a16:creationId xmlns:a16="http://schemas.microsoft.com/office/drawing/2014/main" id="{87AAA923-396E-DAFC-5988-651ABEE33D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4806" y="4095403"/>
            <a:ext cx="729774" cy="729774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2840DB2-BCC3-635F-50E5-5D336C712D24}"/>
              </a:ext>
            </a:extLst>
          </p:cNvPr>
          <p:cNvSpPr/>
          <p:nvPr/>
        </p:nvSpPr>
        <p:spPr>
          <a:xfrm>
            <a:off x="426476" y="4114714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GBO</a:t>
            </a:r>
          </a:p>
        </p:txBody>
      </p: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9379E442-7CA5-E689-C193-71851E4BD617}"/>
              </a:ext>
            </a:extLst>
          </p:cNvPr>
          <p:cNvCxnSpPr>
            <a:cxnSpLocks/>
            <a:stCxn id="8" idx="3"/>
            <a:endCxn id="174" idx="1"/>
          </p:cNvCxnSpPr>
          <p:nvPr/>
        </p:nvCxnSpPr>
        <p:spPr>
          <a:xfrm flipV="1">
            <a:off x="1340876" y="3022212"/>
            <a:ext cx="815710" cy="123264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722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88B1B-E7CE-C025-2BB9-E1DDFDB8E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5F55948E-B7FD-22FD-6D30-01EB4DD1865A}"/>
              </a:ext>
            </a:extLst>
          </p:cNvPr>
          <p:cNvSpPr txBox="1">
            <a:spLocks/>
          </p:cNvSpPr>
          <p:nvPr/>
        </p:nvSpPr>
        <p:spPr>
          <a:xfrm>
            <a:off x="631401" y="216180"/>
            <a:ext cx="9044130" cy="434945"/>
          </a:xfr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Mapa FTP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715AFBB-EF20-47B9-97C5-0D44D9D57943}"/>
              </a:ext>
            </a:extLst>
          </p:cNvPr>
          <p:cNvSpPr/>
          <p:nvPr/>
        </p:nvSpPr>
        <p:spPr>
          <a:xfrm>
            <a:off x="4065814" y="1972870"/>
            <a:ext cx="4730714" cy="343123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Modulo FTP</a:t>
            </a:r>
          </a:p>
        </p:txBody>
      </p:sp>
      <p:sp>
        <p:nvSpPr>
          <p:cNvPr id="379" name="Rectángulo: esquinas redondeadas 378">
            <a:extLst>
              <a:ext uri="{FF2B5EF4-FFF2-40B4-BE49-F238E27FC236}">
                <a16:creationId xmlns:a16="http://schemas.microsoft.com/office/drawing/2014/main" id="{682118E2-BCF1-AC2E-AAAA-F008A43948C9}"/>
              </a:ext>
            </a:extLst>
          </p:cNvPr>
          <p:cNvSpPr/>
          <p:nvPr/>
        </p:nvSpPr>
        <p:spPr>
          <a:xfrm>
            <a:off x="7370064" y="2747964"/>
            <a:ext cx="1214057" cy="181226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Reports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B77DE51-95C5-E8B9-D24F-0841B4A0F5D2}"/>
              </a:ext>
            </a:extLst>
          </p:cNvPr>
          <p:cNvSpPr/>
          <p:nvPr/>
        </p:nvSpPr>
        <p:spPr>
          <a:xfrm>
            <a:off x="5902640" y="2762597"/>
            <a:ext cx="1054306" cy="181226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OFSAA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454899C-00E2-AEC5-F6B5-73A214A91EC0}"/>
              </a:ext>
            </a:extLst>
          </p:cNvPr>
          <p:cNvSpPr/>
          <p:nvPr/>
        </p:nvSpPr>
        <p:spPr>
          <a:xfrm>
            <a:off x="4196440" y="2724162"/>
            <a:ext cx="1054306" cy="181226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ETL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B810921-BDEB-B8B3-FF2A-000D92FE0401}"/>
              </a:ext>
            </a:extLst>
          </p:cNvPr>
          <p:cNvSpPr/>
          <p:nvPr/>
        </p:nvSpPr>
        <p:spPr>
          <a:xfrm>
            <a:off x="433099" y="2043107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Mercurio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0B36A79-A0C0-AC6D-F5F5-6E9E19B221B9}"/>
              </a:ext>
            </a:extLst>
          </p:cNvPr>
          <p:cNvSpPr/>
          <p:nvPr/>
        </p:nvSpPr>
        <p:spPr>
          <a:xfrm>
            <a:off x="433099" y="2398707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Equation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FDA4E2C-1941-7C28-C619-F06B51B14BF9}"/>
              </a:ext>
            </a:extLst>
          </p:cNvPr>
          <p:cNvSpPr/>
          <p:nvPr/>
        </p:nvSpPr>
        <p:spPr>
          <a:xfrm>
            <a:off x="426476" y="2742040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Loan IQ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50F6CD1-3539-C3C6-BF16-E91F5CC0B900}"/>
              </a:ext>
            </a:extLst>
          </p:cNvPr>
          <p:cNvSpPr/>
          <p:nvPr/>
        </p:nvSpPr>
        <p:spPr>
          <a:xfrm>
            <a:off x="426476" y="3085373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Confirming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7C6A399-0BA7-A431-0815-61AE6AAB296C}"/>
              </a:ext>
            </a:extLst>
          </p:cNvPr>
          <p:cNvSpPr/>
          <p:nvPr/>
        </p:nvSpPr>
        <p:spPr>
          <a:xfrm>
            <a:off x="426476" y="3428706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3E3B1B6-F2D5-4225-8FC9-2FB9D4A53E4B}"/>
              </a:ext>
            </a:extLst>
          </p:cNvPr>
          <p:cNvSpPr/>
          <p:nvPr/>
        </p:nvSpPr>
        <p:spPr>
          <a:xfrm>
            <a:off x="426476" y="3772039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</a:p>
        </p:txBody>
      </p: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12F943B5-3379-9329-44A6-CD626E477309}"/>
              </a:ext>
            </a:extLst>
          </p:cNvPr>
          <p:cNvCxnSpPr>
            <a:cxnSpLocks/>
            <a:stCxn id="6" idx="3"/>
            <a:endCxn id="26" idx="1"/>
          </p:cNvCxnSpPr>
          <p:nvPr/>
        </p:nvCxnSpPr>
        <p:spPr>
          <a:xfrm>
            <a:off x="1347499" y="2183252"/>
            <a:ext cx="809087" cy="8389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FDCB4067-6F80-DF21-58E6-BCE4A871EF90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>
            <a:off x="1347499" y="2538852"/>
            <a:ext cx="809087" cy="4833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EB5554B-7BE2-1C36-04FA-D670B211D99E}"/>
              </a:ext>
            </a:extLst>
          </p:cNvPr>
          <p:cNvCxnSpPr>
            <a:cxnSpLocks/>
            <a:stCxn id="10" idx="3"/>
            <a:endCxn id="26" idx="1"/>
          </p:cNvCxnSpPr>
          <p:nvPr/>
        </p:nvCxnSpPr>
        <p:spPr>
          <a:xfrm>
            <a:off x="1340876" y="2882185"/>
            <a:ext cx="815710" cy="14002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F59514DD-C271-8F23-AD50-9B36DA94348B}"/>
              </a:ext>
            </a:extLst>
          </p:cNvPr>
          <p:cNvCxnSpPr>
            <a:cxnSpLocks/>
            <a:stCxn id="11" idx="3"/>
            <a:endCxn id="26" idx="1"/>
          </p:cNvCxnSpPr>
          <p:nvPr/>
        </p:nvCxnSpPr>
        <p:spPr>
          <a:xfrm flipV="1">
            <a:off x="1340876" y="3022212"/>
            <a:ext cx="815710" cy="20330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310C39D5-D325-44C8-667E-EAE3F0297B50}"/>
              </a:ext>
            </a:extLst>
          </p:cNvPr>
          <p:cNvCxnSpPr>
            <a:cxnSpLocks/>
            <a:stCxn id="12" idx="3"/>
            <a:endCxn id="26" idx="1"/>
          </p:cNvCxnSpPr>
          <p:nvPr/>
        </p:nvCxnSpPr>
        <p:spPr>
          <a:xfrm flipV="1">
            <a:off x="1340876" y="3022212"/>
            <a:ext cx="815710" cy="54663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96C07844-348A-38B3-E306-45F4614AF1F4}"/>
              </a:ext>
            </a:extLst>
          </p:cNvPr>
          <p:cNvCxnSpPr>
            <a:cxnSpLocks/>
            <a:stCxn id="13" idx="3"/>
            <a:endCxn id="26" idx="1"/>
          </p:cNvCxnSpPr>
          <p:nvPr/>
        </p:nvCxnSpPr>
        <p:spPr>
          <a:xfrm flipV="1">
            <a:off x="1340876" y="3022212"/>
            <a:ext cx="815710" cy="88997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8929939E-2F27-345B-C5AB-325EFD9F9BF0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3539475" y="3022212"/>
            <a:ext cx="667585" cy="7156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CD82F6B-D100-399B-6DE6-CB9CF008C239}"/>
              </a:ext>
            </a:extLst>
          </p:cNvPr>
          <p:cNvSpPr/>
          <p:nvPr/>
        </p:nvSpPr>
        <p:spPr>
          <a:xfrm>
            <a:off x="2156586" y="1972870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Información Contable</a:t>
            </a:r>
          </a:p>
        </p:txBody>
      </p:sp>
      <p:pic>
        <p:nvPicPr>
          <p:cNvPr id="22" name="Gráfico 21" descr="Base de datos con relleno sólido">
            <a:extLst>
              <a:ext uri="{FF2B5EF4-FFF2-40B4-BE49-F238E27FC236}">
                <a16:creationId xmlns:a16="http://schemas.microsoft.com/office/drawing/2014/main" id="{7BAD209B-2F62-08D7-065E-1BF895153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917" y="1973081"/>
            <a:ext cx="322558" cy="322558"/>
          </a:xfrm>
          <a:prstGeom prst="rect">
            <a:avLst/>
          </a:prstGeom>
        </p:spPr>
      </p:pic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8A197FEB-08E3-F177-78EA-367A9E637E95}"/>
              </a:ext>
            </a:extLst>
          </p:cNvPr>
          <p:cNvSpPr/>
          <p:nvPr/>
        </p:nvSpPr>
        <p:spPr>
          <a:xfrm>
            <a:off x="2208957" y="2012753"/>
            <a:ext cx="968717" cy="17558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Accounting</a:t>
            </a:r>
            <a:r>
              <a:rPr kumimoji="0" lang="es-E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Data Hub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5481462-2194-E0D2-05AA-FE598B9E7B19}"/>
              </a:ext>
            </a:extLst>
          </p:cNvPr>
          <p:cNvSpPr/>
          <p:nvPr/>
        </p:nvSpPr>
        <p:spPr>
          <a:xfrm>
            <a:off x="2156586" y="2684279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Información Operacional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 Reparto </a:t>
            </a:r>
            <a:r>
              <a:rPr kumimoji="0" lang="es-E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Internegocios</a:t>
            </a: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8" name="Gráfico 27" descr="Base de datos con relleno sólido">
            <a:extLst>
              <a:ext uri="{FF2B5EF4-FFF2-40B4-BE49-F238E27FC236}">
                <a16:creationId xmlns:a16="http://schemas.microsoft.com/office/drawing/2014/main" id="{3C0C091B-B186-3B42-6C56-228FF8ED7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917" y="2684490"/>
            <a:ext cx="322558" cy="322558"/>
          </a:xfrm>
          <a:prstGeom prst="rect">
            <a:avLst/>
          </a:prstGeom>
        </p:spPr>
      </p:pic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3B619EA1-B898-5445-CA09-E533D404B87D}"/>
              </a:ext>
            </a:extLst>
          </p:cNvPr>
          <p:cNvSpPr/>
          <p:nvPr/>
        </p:nvSpPr>
        <p:spPr>
          <a:xfrm>
            <a:off x="2208957" y="2724162"/>
            <a:ext cx="968717" cy="175584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Banking</a:t>
            </a:r>
            <a:r>
              <a:rPr kumimoji="0" lang="es-E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Data Hub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447EAD9-5BE3-BF1D-EC07-63682F6289C5}"/>
              </a:ext>
            </a:extLst>
          </p:cNvPr>
          <p:cNvSpPr/>
          <p:nvPr/>
        </p:nvSpPr>
        <p:spPr>
          <a:xfrm>
            <a:off x="2156586" y="3397455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Información ALCO</a:t>
            </a:r>
          </a:p>
        </p:txBody>
      </p:sp>
      <p:pic>
        <p:nvPicPr>
          <p:cNvPr id="31" name="Gráfico 30" descr="Base de datos con relleno sólido">
            <a:extLst>
              <a:ext uri="{FF2B5EF4-FFF2-40B4-BE49-F238E27FC236}">
                <a16:creationId xmlns:a16="http://schemas.microsoft.com/office/drawing/2014/main" id="{865527CF-6CE8-D18B-3DDC-6368D9D6F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917" y="3397666"/>
            <a:ext cx="322558" cy="322558"/>
          </a:xfrm>
          <a:prstGeom prst="rect">
            <a:avLst/>
          </a:prstGeom>
        </p:spPr>
      </p:pic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13C79416-E4EE-5684-DC66-457E72EE9F80}"/>
              </a:ext>
            </a:extLst>
          </p:cNvPr>
          <p:cNvSpPr/>
          <p:nvPr/>
        </p:nvSpPr>
        <p:spPr>
          <a:xfrm>
            <a:off x="2208957" y="3437338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Trade Data Hub</a:t>
            </a:r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801D3412-61DB-70AE-0C7F-AB2D49E4DA24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539475" y="2310803"/>
            <a:ext cx="667585" cy="14270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DC92EDDB-6A6C-8D82-03FA-37FDB4A4DE32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3539475" y="3735388"/>
            <a:ext cx="667585" cy="24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878F143-7D7A-6DDB-5538-95FE42DA3430}"/>
              </a:ext>
            </a:extLst>
          </p:cNvPr>
          <p:cNvSpPr/>
          <p:nvPr/>
        </p:nvSpPr>
        <p:spPr>
          <a:xfrm>
            <a:off x="2156586" y="5589698"/>
            <a:ext cx="1382889" cy="10613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Producto CIB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Fechas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Tasa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Balance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Area</a:t>
            </a: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 Negocio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C92DA5A-CF3E-1436-D50F-FC798A32EE52}"/>
              </a:ext>
            </a:extLst>
          </p:cNvPr>
          <p:cNvSpPr/>
          <p:nvPr/>
        </p:nvSpPr>
        <p:spPr>
          <a:xfrm>
            <a:off x="2208957" y="5621671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Ajustes Manuales</a:t>
            </a:r>
          </a:p>
        </p:txBody>
      </p:sp>
      <p:pic>
        <p:nvPicPr>
          <p:cNvPr id="37" name="Gráfico 36" descr="Documento contorno">
            <a:extLst>
              <a:ext uri="{FF2B5EF4-FFF2-40B4-BE49-F238E27FC236}">
                <a16:creationId xmlns:a16="http://schemas.microsoft.com/office/drawing/2014/main" id="{49F17570-4754-CA7F-9483-47C17631A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9423" y="5631125"/>
            <a:ext cx="253996" cy="253996"/>
          </a:xfrm>
          <a:prstGeom prst="rect">
            <a:avLst/>
          </a:prstGeom>
        </p:spPr>
      </p:pic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CBEA4322-277D-96F4-05C0-DD3AC4D7961C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3539475" y="3737877"/>
            <a:ext cx="667585" cy="23824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A7DDF032-52C0-EA2C-6877-14F09AA983BE}"/>
              </a:ext>
            </a:extLst>
          </p:cNvPr>
          <p:cNvSpPr/>
          <p:nvPr/>
        </p:nvSpPr>
        <p:spPr>
          <a:xfrm>
            <a:off x="2156586" y="4149311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Ajustes Contables de IG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B960B1C5-5D9E-2584-10C5-3CAD163E866E}"/>
              </a:ext>
            </a:extLst>
          </p:cNvPr>
          <p:cNvSpPr/>
          <p:nvPr/>
        </p:nvSpPr>
        <p:spPr>
          <a:xfrm>
            <a:off x="2208957" y="4189194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AGREGOS</a:t>
            </a:r>
          </a:p>
        </p:txBody>
      </p:sp>
      <p:pic>
        <p:nvPicPr>
          <p:cNvPr id="42" name="Gráfico 41" descr="Documento contorno">
            <a:extLst>
              <a:ext uri="{FF2B5EF4-FFF2-40B4-BE49-F238E27FC236}">
                <a16:creationId xmlns:a16="http://schemas.microsoft.com/office/drawing/2014/main" id="{A286D246-1A68-D213-3A87-5E5A1887D8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9423" y="4152116"/>
            <a:ext cx="253996" cy="253996"/>
          </a:xfrm>
          <a:prstGeom prst="rect">
            <a:avLst/>
          </a:prstGeom>
        </p:spPr>
      </p:pic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E9693532-48BD-B3AA-6739-BE6E62421FF2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3539475" y="3737877"/>
            <a:ext cx="667585" cy="7493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7800C990-E12B-AC65-89C2-A4B286410964}"/>
              </a:ext>
            </a:extLst>
          </p:cNvPr>
          <p:cNvSpPr/>
          <p:nvPr/>
        </p:nvSpPr>
        <p:spPr>
          <a:xfrm>
            <a:off x="2156586" y="4875745"/>
            <a:ext cx="1382889" cy="675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Spread Liquidez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E2D0E155-C071-5D29-AFD4-2BDE137CD9EC}"/>
              </a:ext>
            </a:extLst>
          </p:cNvPr>
          <p:cNvSpPr/>
          <p:nvPr/>
        </p:nvSpPr>
        <p:spPr>
          <a:xfrm>
            <a:off x="2208957" y="4915628"/>
            <a:ext cx="968717" cy="17558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Intervención General</a:t>
            </a:r>
          </a:p>
        </p:txBody>
      </p:sp>
      <p:pic>
        <p:nvPicPr>
          <p:cNvPr id="46" name="Gráfico 45" descr="Documento contorno">
            <a:extLst>
              <a:ext uri="{FF2B5EF4-FFF2-40B4-BE49-F238E27FC236}">
                <a16:creationId xmlns:a16="http://schemas.microsoft.com/office/drawing/2014/main" id="{216275B3-A94B-8ADC-EC7E-A7648EC57C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9423" y="4878550"/>
            <a:ext cx="253996" cy="253996"/>
          </a:xfrm>
          <a:prstGeom prst="rect">
            <a:avLst/>
          </a:prstGeom>
        </p:spPr>
      </p:pic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253EDDFC-4855-1216-0719-B79202682D2C}"/>
              </a:ext>
            </a:extLst>
          </p:cNvPr>
          <p:cNvSpPr/>
          <p:nvPr/>
        </p:nvSpPr>
        <p:spPr>
          <a:xfrm>
            <a:off x="426476" y="4114714"/>
            <a:ext cx="914400" cy="2802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GBO</a:t>
            </a: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16945247-B697-2846-1FE2-65852D926B91}"/>
              </a:ext>
            </a:extLst>
          </p:cNvPr>
          <p:cNvCxnSpPr>
            <a:cxnSpLocks/>
            <a:stCxn id="47" idx="3"/>
            <a:endCxn id="26" idx="1"/>
          </p:cNvCxnSpPr>
          <p:nvPr/>
        </p:nvCxnSpPr>
        <p:spPr>
          <a:xfrm flipV="1">
            <a:off x="1340876" y="3022212"/>
            <a:ext cx="815710" cy="123264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25009434-E8D9-4B6C-E483-53F1499E1B33}"/>
              </a:ext>
            </a:extLst>
          </p:cNvPr>
          <p:cNvCxnSpPr>
            <a:cxnSpLocks/>
          </p:cNvCxnSpPr>
          <p:nvPr/>
        </p:nvCxnSpPr>
        <p:spPr>
          <a:xfrm>
            <a:off x="5235055" y="3678385"/>
            <a:ext cx="667585" cy="24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angular 49">
            <a:extLst>
              <a:ext uri="{FF2B5EF4-FFF2-40B4-BE49-F238E27FC236}">
                <a16:creationId xmlns:a16="http://schemas.microsoft.com/office/drawing/2014/main" id="{A5EE932A-A13E-4FB8-4CBA-28EA8406876F}"/>
              </a:ext>
            </a:extLst>
          </p:cNvPr>
          <p:cNvCxnSpPr>
            <a:cxnSpLocks/>
          </p:cNvCxnSpPr>
          <p:nvPr/>
        </p:nvCxnSpPr>
        <p:spPr>
          <a:xfrm>
            <a:off x="6889675" y="3675896"/>
            <a:ext cx="667585" cy="24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6936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Panorámica</PresentationFormat>
  <Paragraphs>93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Courier New</vt:lpstr>
      <vt:lpstr>Segoe UI Symbol</vt:lpstr>
      <vt:lpstr>1_Tema de Office</vt:lpstr>
      <vt:lpstr>Presentación de PowerPoint</vt:lpstr>
      <vt:lpstr>Presentación de PowerPoint</vt:lpstr>
    </vt:vector>
  </TitlesOfParts>
  <Company>Santander NNGG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Prieto Buznego Jaime</dc:creator>
  <cp:lastModifiedBy>Prieto Buznego Jaime</cp:lastModifiedBy>
  <cp:revision>1</cp:revision>
  <dcterms:created xsi:type="dcterms:W3CDTF">2025-11-11T14:43:17Z</dcterms:created>
  <dcterms:modified xsi:type="dcterms:W3CDTF">2025-11-12T13:53:32Z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etDate">
    <vt:lpwstr>2025-11-12T13:53:31Z</vt:lpwstr>
  </property>
  <property fmtid="{D5CDD505-2E9C-101B-9397-08002B2CF9AE}" pid="4" name="MSIP_Label_0c2abd79-57a9-4473-8700-c843f76a1e37_Method">
    <vt:lpwstr>Privileged</vt:lpwstr>
  </property>
  <property fmtid="{D5CDD505-2E9C-101B-9397-08002B2CF9AE}" pid="5" name="MSIP_Label_0c2abd79-57a9-4473-8700-c843f76a1e37_Name">
    <vt:lpwstr>Internal</vt:lpwstr>
  </property>
  <property fmtid="{D5CDD505-2E9C-101B-9397-08002B2CF9AE}" pid="6" name="MSIP_Label_0c2abd79-57a9-4473-8700-c843f76a1e37_SiteId">
    <vt:lpwstr>35595a02-4d6d-44ac-99e1-f9ab4cd872db</vt:lpwstr>
  </property>
  <property fmtid="{D5CDD505-2E9C-101B-9397-08002B2CF9AE}" pid="7" name="MSIP_Label_0c2abd79-57a9-4473-8700-c843f76a1e37_ActionId">
    <vt:lpwstr>0ec890a7-e73d-430a-9e7a-67511c951399</vt:lpwstr>
  </property>
  <property fmtid="{D5CDD505-2E9C-101B-9397-08002B2CF9AE}" pid="8" name="MSIP_Label_0c2abd79-57a9-4473-8700-c843f76a1e37_ContentBits">
    <vt:lpwstr>0</vt:lpwstr>
  </property>
  <property fmtid="{D5CDD505-2E9C-101B-9397-08002B2CF9AE}" pid="9" name="MSIP_Label_0c2abd79-57a9-4473-8700-c843f76a1e37_Tag">
    <vt:lpwstr>10, 0, 1, 1</vt:lpwstr>
  </property>
</Properties>
</file>